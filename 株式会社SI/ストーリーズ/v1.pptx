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4"/>
  </p:notesMasterIdLst>
  <p:sldIdLst>
    <p:sldId id="258" r:id="rId2"/>
    <p:sldId id="274" r:id="rId3"/>
    <p:sldId id="275" r:id="rId4"/>
    <p:sldId id="277" r:id="rId5"/>
    <p:sldId id="278" r:id="rId6"/>
    <p:sldId id="276" r:id="rId7"/>
    <p:sldId id="267" r:id="rId8"/>
    <p:sldId id="270" r:id="rId9"/>
    <p:sldId id="271" r:id="rId10"/>
    <p:sldId id="273" r:id="rId11"/>
    <p:sldId id="268" r:id="rId12"/>
    <p:sldId id="259" r:id="rId13"/>
  </p:sldIdLst>
  <p:sldSz cx="5143500" cy="9144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0C09A"/>
    <a:srgbClr val="C47B4A"/>
    <a:srgbClr val="8A4B22"/>
    <a:srgbClr val="B87333"/>
    <a:srgbClr val="E0A07A"/>
    <a:srgbClr val="F7D3B5"/>
    <a:srgbClr val="EDEDED"/>
    <a:srgbClr val="C0C0C0"/>
    <a:srgbClr val="7F7F7F"/>
    <a:srgbClr val="A6A6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324775-A1D0-44F9-8D8F-01CF467304F2}" v="122" dt="2026-10-15T05:31:21.318"/>
    <p1510:client id="{BC76A142-2E0F-4BF7-8FCA-8200A3816E27}" v="10" dt="2026-10-16T01:24:28.8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959" autoAdjust="0"/>
    <p:restoredTop sz="94658"/>
  </p:normalViewPr>
  <p:slideViewPr>
    <p:cSldViewPr snapToGrid="0">
      <p:cViewPr>
        <p:scale>
          <a:sx n="45" d="100"/>
          <a:sy n="45" d="100"/>
        </p:scale>
        <p:origin x="4576" y="14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壮一郎 上田" userId="0370f724e08b6d20" providerId="LiveId" clId="{07950697-72AF-47EB-8E0C-4381B9DDEE30}"/>
    <pc:docChg chg="undo redo custSel addSld delSld modSld sldOrd">
      <pc:chgData name="壮一郎 上田" userId="0370f724e08b6d20" providerId="LiveId" clId="{07950697-72AF-47EB-8E0C-4381B9DDEE30}" dt="2026-10-11T10:46:17.643" v="1911" actId="20577"/>
      <pc:docMkLst>
        <pc:docMk/>
      </pc:docMkLst>
      <pc:sldChg chg="addSp delSp modSp add mod">
        <pc:chgData name="壮一郎 上田" userId="0370f724e08b6d20" providerId="LiveId" clId="{07950697-72AF-47EB-8E0C-4381B9DDEE30}" dt="2026-10-04T12:38:42.948" v="1352" actId="1076"/>
        <pc:sldMkLst>
          <pc:docMk/>
          <pc:sldMk cId="2446730340" sldId="258"/>
        </pc:sldMkLst>
        <pc:spChg chg="mod">
          <ac:chgData name="壮一郎 上田" userId="0370f724e08b6d20" providerId="LiveId" clId="{07950697-72AF-47EB-8E0C-4381B9DDEE30}" dt="2026-10-04T12:10:04.419" v="618"/>
          <ac:spMkLst>
            <pc:docMk/>
            <pc:sldMk cId="2446730340" sldId="258"/>
            <ac:spMk id="7" creationId="{D8060B72-E0D4-ADAF-B6CB-7FEBD37F4BDF}"/>
          </ac:spMkLst>
        </pc:spChg>
        <pc:spChg chg="mod">
          <ac:chgData name="壮一郎 上田" userId="0370f724e08b6d20" providerId="LiveId" clId="{07950697-72AF-47EB-8E0C-4381B9DDEE30}" dt="2026-10-04T12:11:36.014" v="661" actId="1036"/>
          <ac:spMkLst>
            <pc:docMk/>
            <pc:sldMk cId="2446730340" sldId="258"/>
            <ac:spMk id="8" creationId="{D834713E-DD87-657C-ECF2-3FE3424E2C23}"/>
          </ac:spMkLst>
        </pc:spChg>
      </pc:sldChg>
      <pc:sldChg chg="addSp delSp modSp add mod">
        <pc:chgData name="壮一郎 上田" userId="0370f724e08b6d20" providerId="LiveId" clId="{07950697-72AF-47EB-8E0C-4381B9DDEE30}" dt="2026-10-11T10:46:17.643" v="1911" actId="20577"/>
        <pc:sldMkLst>
          <pc:docMk/>
          <pc:sldMk cId="4039277803" sldId="274"/>
        </pc:sldMkLst>
        <pc:spChg chg="mod">
          <ac:chgData name="壮一郎 上田" userId="0370f724e08b6d20" providerId="LiveId" clId="{07950697-72AF-47EB-8E0C-4381B9DDEE30}" dt="2026-10-11T10:45:03.363" v="1842" actId="1076"/>
          <ac:spMkLst>
            <pc:docMk/>
            <pc:sldMk cId="4039277803" sldId="274"/>
            <ac:spMk id="2" creationId="{5A4CF520-9855-37EB-5DE3-35ED1D848BD5}"/>
          </ac:spMkLst>
        </pc:spChg>
        <pc:spChg chg="mod">
          <ac:chgData name="壮一郎 上田" userId="0370f724e08b6d20" providerId="LiveId" clId="{07950697-72AF-47EB-8E0C-4381B9DDEE30}" dt="2026-10-11T10:30:32.719" v="1365" actId="20577"/>
          <ac:spMkLst>
            <pc:docMk/>
            <pc:sldMk cId="4039277803" sldId="274"/>
            <ac:spMk id="8" creationId="{72F3B822-6E0D-6CEB-7FB3-B2212BCB652D}"/>
          </ac:spMkLst>
        </pc:spChg>
      </pc:sldChg>
    </pc:docChg>
  </pc:docChgLst>
  <pc:docChgLst>
    <pc:chgData name="壮一郎 上田" userId="0370f724e08b6d20" providerId="LiveId" clId="{1133C2C9-8838-44C6-936A-4A97B660BA6A}"/>
    <pc:docChg chg="undo custSel addSld delSld modSld sldOrd">
      <pc:chgData name="壮一郎 上田" userId="0370f724e08b6d20" providerId="LiveId" clId="{1133C2C9-8838-44C6-936A-4A97B660BA6A}" dt="2026-10-16T01:25:09.992" v="7784" actId="1076"/>
      <pc:docMkLst>
        <pc:docMk/>
      </pc:docMkLst>
      <pc:sldChg chg="addSp delSp modSp mod">
        <pc:chgData name="壮一郎 上田" userId="0370f724e08b6d20" providerId="LiveId" clId="{1133C2C9-8838-44C6-936A-4A97B660BA6A}" dt="2026-10-14T05:06:56.909" v="6391" actId="465"/>
        <pc:sldMkLst>
          <pc:docMk/>
          <pc:sldMk cId="2446730340" sldId="258"/>
        </pc:sldMkLst>
        <pc:spChg chg="add mod">
          <ac:chgData name="壮一郎 上田" userId="0370f724e08b6d20" providerId="LiveId" clId="{1133C2C9-8838-44C6-936A-4A97B660BA6A}" dt="2026-10-14T04:53:18.458" v="6246"/>
          <ac:spMkLst>
            <pc:docMk/>
            <pc:sldMk cId="2446730340" sldId="258"/>
            <ac:spMk id="4" creationId="{4D904523-5B16-E57D-C4ED-F3C96ACE59F8}"/>
          </ac:spMkLst>
        </pc:spChg>
        <pc:spChg chg="mod">
          <ac:chgData name="壮一郎 上田" userId="0370f724e08b6d20" providerId="LiveId" clId="{1133C2C9-8838-44C6-936A-4A97B660BA6A}" dt="2026-10-14T05:06:20.132" v="6314" actId="207"/>
          <ac:spMkLst>
            <pc:docMk/>
            <pc:sldMk cId="2446730340" sldId="258"/>
            <ac:spMk id="8" creationId="{D834713E-DD87-657C-ECF2-3FE3424E2C23}"/>
          </ac:spMkLst>
        </pc:spChg>
        <pc:picChg chg="add mod">
          <ac:chgData name="壮一郎 上田" userId="0370f724e08b6d20" providerId="LiveId" clId="{1133C2C9-8838-44C6-936A-4A97B660BA6A}" dt="2026-10-14T05:06:49.194" v="6378" actId="1036"/>
          <ac:picMkLst>
            <pc:docMk/>
            <pc:sldMk cId="2446730340" sldId="258"/>
            <ac:picMk id="13" creationId="{543DD765-75F9-6ECB-4F80-332C7CC2A7F8}"/>
          </ac:picMkLst>
        </pc:picChg>
        <pc:picChg chg="add mod">
          <ac:chgData name="壮一郎 上田" userId="0370f724e08b6d20" providerId="LiveId" clId="{1133C2C9-8838-44C6-936A-4A97B660BA6A}" dt="2026-10-14T05:06:53.027" v="6390" actId="1036"/>
          <ac:picMkLst>
            <pc:docMk/>
            <pc:sldMk cId="2446730340" sldId="258"/>
            <ac:picMk id="42" creationId="{44CFA013-3865-5EC5-03D3-52B23E9F2F4E}"/>
          </ac:picMkLst>
        </pc:picChg>
        <pc:picChg chg="add mod">
          <ac:chgData name="壮一郎 上田" userId="0370f724e08b6d20" providerId="LiveId" clId="{1133C2C9-8838-44C6-936A-4A97B660BA6A}" dt="2026-10-14T05:06:56.909" v="6391" actId="465"/>
          <ac:picMkLst>
            <pc:docMk/>
            <pc:sldMk cId="2446730340" sldId="258"/>
            <ac:picMk id="52" creationId="{144FFFD8-60E7-BC14-F697-846C04F25767}"/>
          </ac:picMkLst>
        </pc:picChg>
        <pc:picChg chg="add mod">
          <ac:chgData name="壮一郎 上田" userId="0370f724e08b6d20" providerId="LiveId" clId="{1133C2C9-8838-44C6-936A-4A97B660BA6A}" dt="2026-10-14T05:06:56.909" v="6391" actId="465"/>
          <ac:picMkLst>
            <pc:docMk/>
            <pc:sldMk cId="2446730340" sldId="258"/>
            <ac:picMk id="58" creationId="{FDFF6B2E-12B4-48AC-9A64-8243505F8422}"/>
          </ac:picMkLst>
        </pc:picChg>
        <pc:picChg chg="add mod ord">
          <ac:chgData name="壮一郎 上田" userId="0370f724e08b6d20" providerId="LiveId" clId="{1133C2C9-8838-44C6-936A-4A97B660BA6A}" dt="2026-10-14T04:54:08.194" v="6249" actId="13244"/>
          <ac:picMkLst>
            <pc:docMk/>
            <pc:sldMk cId="2446730340" sldId="258"/>
            <ac:picMk id="60" creationId="{353C2519-B78B-820B-DA15-FA019184AB90}"/>
          </ac:picMkLst>
        </pc:picChg>
        <pc:picChg chg="add mod ord modVis">
          <ac:chgData name="壮一郎 上田" userId="0370f724e08b6d20" providerId="LiveId" clId="{1133C2C9-8838-44C6-936A-4A97B660BA6A}" dt="2026-10-14T04:54:10.653" v="6250" actId="14430"/>
          <ac:picMkLst>
            <pc:docMk/>
            <pc:sldMk cId="2446730340" sldId="258"/>
            <ac:picMk id="74" creationId="{02689EDF-53EB-A27E-54A3-2CACA0D67C43}"/>
          </ac:picMkLst>
        </pc:picChg>
      </pc:sldChg>
      <pc:sldChg chg="addSp delSp modSp new mod setBg">
        <pc:chgData name="壮一郎 上田" userId="0370f724e08b6d20" providerId="LiveId" clId="{1133C2C9-8838-44C6-936A-4A97B660BA6A}" dt="2026-10-06T04:04:26.728" v="2553" actId="207"/>
        <pc:sldMkLst>
          <pc:docMk/>
          <pc:sldMk cId="2418830519" sldId="259"/>
        </pc:sldMkLst>
        <pc:spChg chg="add mod">
          <ac:chgData name="壮一郎 上田" userId="0370f724e08b6d20" providerId="LiveId" clId="{1133C2C9-8838-44C6-936A-4A97B660BA6A}" dt="2026-10-06T03:56:22.539" v="2326" actId="2711"/>
          <ac:spMkLst>
            <pc:docMk/>
            <pc:sldMk cId="2418830519" sldId="259"/>
            <ac:spMk id="4" creationId="{C941CAFE-644F-F1D1-4FE5-A9FDA65B285F}"/>
          </ac:spMkLst>
        </pc:spChg>
        <pc:spChg chg="add mod">
          <ac:chgData name="壮一郎 上田" userId="0370f724e08b6d20" providerId="LiveId" clId="{1133C2C9-8838-44C6-936A-4A97B660BA6A}" dt="2026-10-06T03:56:11.103" v="2318"/>
          <ac:spMkLst>
            <pc:docMk/>
            <pc:sldMk cId="2418830519" sldId="259"/>
            <ac:spMk id="7" creationId="{EA29B9CF-334F-B7C9-5B46-C59F3AF37CEF}"/>
          </ac:spMkLst>
        </pc:spChg>
        <pc:spChg chg="add mod">
          <ac:chgData name="壮一郎 上田" userId="0370f724e08b6d20" providerId="LiveId" clId="{1133C2C9-8838-44C6-936A-4A97B660BA6A}" dt="2026-10-06T03:56:11.103" v="2318"/>
          <ac:spMkLst>
            <pc:docMk/>
            <pc:sldMk cId="2418830519" sldId="259"/>
            <ac:spMk id="9" creationId="{0E68F537-3878-1189-0FF2-8DBE1A9E18CD}"/>
          </ac:spMkLst>
        </pc:spChg>
        <pc:spChg chg="add mod">
          <ac:chgData name="壮一郎 上田" userId="0370f724e08b6d20" providerId="LiveId" clId="{1133C2C9-8838-44C6-936A-4A97B660BA6A}" dt="2026-10-06T03:56:11.103" v="2318"/>
          <ac:spMkLst>
            <pc:docMk/>
            <pc:sldMk cId="2418830519" sldId="259"/>
            <ac:spMk id="16" creationId="{D5994B02-63B4-005C-8315-44292BE7A458}"/>
          </ac:spMkLst>
        </pc:spChg>
        <pc:spChg chg="add mod">
          <ac:chgData name="壮一郎 上田" userId="0370f724e08b6d20" providerId="LiveId" clId="{1133C2C9-8838-44C6-936A-4A97B660BA6A}" dt="2026-10-06T03:56:11.103" v="2318"/>
          <ac:spMkLst>
            <pc:docMk/>
            <pc:sldMk cId="2418830519" sldId="259"/>
            <ac:spMk id="19" creationId="{C3D6385A-F43C-A3A3-5EAD-C308E95A9AE8}"/>
          </ac:spMkLst>
        </pc:spChg>
        <pc:spChg chg="add mod">
          <ac:chgData name="壮一郎 上田" userId="0370f724e08b6d20" providerId="LiveId" clId="{1133C2C9-8838-44C6-936A-4A97B660BA6A}" dt="2026-10-06T03:56:11.103" v="2318"/>
          <ac:spMkLst>
            <pc:docMk/>
            <pc:sldMk cId="2418830519" sldId="259"/>
            <ac:spMk id="23" creationId="{CD0746DE-F3D8-FD61-BDF3-B33DF8C471DB}"/>
          </ac:spMkLst>
        </pc:spChg>
        <pc:spChg chg="add mod">
          <ac:chgData name="壮一郎 上田" userId="0370f724e08b6d20" providerId="LiveId" clId="{1133C2C9-8838-44C6-936A-4A97B660BA6A}" dt="2026-10-06T04:01:15.037" v="2426" actId="207"/>
          <ac:spMkLst>
            <pc:docMk/>
            <pc:sldMk cId="2418830519" sldId="259"/>
            <ac:spMk id="26" creationId="{AAEBCD9A-052F-8B63-1093-F8AB509DFD39}"/>
          </ac:spMkLst>
        </pc:spChg>
        <pc:spChg chg="add mod">
          <ac:chgData name="壮一郎 上田" userId="0370f724e08b6d20" providerId="LiveId" clId="{1133C2C9-8838-44C6-936A-4A97B660BA6A}" dt="2026-10-06T04:01:15.037" v="2426" actId="207"/>
          <ac:spMkLst>
            <pc:docMk/>
            <pc:sldMk cId="2418830519" sldId="259"/>
            <ac:spMk id="29" creationId="{F5ED7045-1B62-E2B7-3E4F-C5743084863E}"/>
          </ac:spMkLst>
        </pc:spChg>
        <pc:spChg chg="add mod">
          <ac:chgData name="壮一郎 上田" userId="0370f724e08b6d20" providerId="LiveId" clId="{1133C2C9-8838-44C6-936A-4A97B660BA6A}" dt="2026-10-06T04:01:15.037" v="2426" actId="207"/>
          <ac:spMkLst>
            <pc:docMk/>
            <pc:sldMk cId="2418830519" sldId="259"/>
            <ac:spMk id="32" creationId="{1E2E9BA0-1A8D-F8EF-4C76-E1FB1E57E9CD}"/>
          </ac:spMkLst>
        </pc:spChg>
        <pc:spChg chg="add mod ord">
          <ac:chgData name="壮一郎 上田" userId="0370f724e08b6d20" providerId="LiveId" clId="{1133C2C9-8838-44C6-936A-4A97B660BA6A}" dt="2026-10-06T04:04:26.728" v="2553" actId="207"/>
          <ac:spMkLst>
            <pc:docMk/>
            <pc:sldMk cId="2418830519" sldId="259"/>
            <ac:spMk id="35" creationId="{99706194-07A0-BE01-2CDF-05D000469E51}"/>
          </ac:spMkLst>
        </pc:spChg>
        <pc:spChg chg="add mod ord">
          <ac:chgData name="壮一郎 上田" userId="0370f724e08b6d20" providerId="LiveId" clId="{1133C2C9-8838-44C6-936A-4A97B660BA6A}" dt="2026-10-06T04:04:19.557" v="2522" actId="207"/>
          <ac:spMkLst>
            <pc:docMk/>
            <pc:sldMk cId="2418830519" sldId="259"/>
            <ac:spMk id="36" creationId="{FBAEB2A0-AC77-C34D-C769-20B8875D59C2}"/>
          </ac:spMkLst>
        </pc:spChg>
        <pc:picChg chg="add mod">
          <ac:chgData name="壮一郎 上田" userId="0370f724e08b6d20" providerId="LiveId" clId="{1133C2C9-8838-44C6-936A-4A97B660BA6A}" dt="2026-10-06T00:37:28.872" v="1898" actId="1038"/>
          <ac:picMkLst>
            <pc:docMk/>
            <pc:sldMk cId="2418830519" sldId="259"/>
            <ac:picMk id="6" creationId="{677D2E22-F139-8053-6984-E455D61E43D9}"/>
          </ac:picMkLst>
        </pc:picChg>
        <pc:picChg chg="add mod">
          <ac:chgData name="壮一郎 上田" userId="0370f724e08b6d20" providerId="LiveId" clId="{1133C2C9-8838-44C6-936A-4A97B660BA6A}" dt="2026-10-06T00:37:28.872" v="1898" actId="1038"/>
          <ac:picMkLst>
            <pc:docMk/>
            <pc:sldMk cId="2418830519" sldId="259"/>
            <ac:picMk id="13" creationId="{07BD875A-7928-0631-B645-B39B5289C482}"/>
          </ac:picMkLst>
        </pc:picChg>
        <pc:picChg chg="add mod">
          <ac:chgData name="壮一郎 上田" userId="0370f724e08b6d20" providerId="LiveId" clId="{1133C2C9-8838-44C6-936A-4A97B660BA6A}" dt="2026-10-06T00:37:28.872" v="1898" actId="1038"/>
          <ac:picMkLst>
            <pc:docMk/>
            <pc:sldMk cId="2418830519" sldId="259"/>
            <ac:picMk id="15" creationId="{CA7B05E2-F226-3EA9-749F-D8CA50C559DE}"/>
          </ac:picMkLst>
        </pc:picChg>
        <pc:picChg chg="add mod">
          <ac:chgData name="壮一郎 上田" userId="0370f724e08b6d20" providerId="LiveId" clId="{1133C2C9-8838-44C6-936A-4A97B660BA6A}" dt="2026-10-06T00:39:37.118" v="1929" actId="1035"/>
          <ac:picMkLst>
            <pc:docMk/>
            <pc:sldMk cId="2418830519" sldId="259"/>
            <ac:picMk id="18" creationId="{3DC068F7-0191-2443-75F2-126F99CFACBF}"/>
          </ac:picMkLst>
        </pc:picChg>
        <pc:picChg chg="add mod">
          <ac:chgData name="壮一郎 上田" userId="0370f724e08b6d20" providerId="LiveId" clId="{1133C2C9-8838-44C6-936A-4A97B660BA6A}" dt="2026-10-06T00:43:06.980" v="1987" actId="1037"/>
          <ac:picMkLst>
            <pc:docMk/>
            <pc:sldMk cId="2418830519" sldId="259"/>
            <ac:picMk id="21" creationId="{961D5F50-299B-0F79-DB00-15F4D64302DB}"/>
          </ac:picMkLst>
        </pc:picChg>
        <pc:picChg chg="add mod">
          <ac:chgData name="壮一郎 上田" userId="0370f724e08b6d20" providerId="LiveId" clId="{1133C2C9-8838-44C6-936A-4A97B660BA6A}" dt="2026-10-06T00:51:17.262" v="2050" actId="1038"/>
          <ac:picMkLst>
            <pc:docMk/>
            <pc:sldMk cId="2418830519" sldId="259"/>
            <ac:picMk id="25" creationId="{26E12CCC-5BAA-52FF-D25E-90D485B10CDB}"/>
          </ac:picMkLst>
        </pc:picChg>
        <pc:picChg chg="add mod">
          <ac:chgData name="壮一郎 上田" userId="0370f724e08b6d20" providerId="LiveId" clId="{1133C2C9-8838-44C6-936A-4A97B660BA6A}" dt="2026-10-06T00:55:53.537" v="2078" actId="1076"/>
          <ac:picMkLst>
            <pc:docMk/>
            <pc:sldMk cId="2418830519" sldId="259"/>
            <ac:picMk id="28" creationId="{13C84377-42C3-7161-1C3C-7D2BD927520F}"/>
          </ac:picMkLst>
        </pc:picChg>
        <pc:picChg chg="add mod">
          <ac:chgData name="壮一郎 上田" userId="0370f724e08b6d20" providerId="LiveId" clId="{1133C2C9-8838-44C6-936A-4A97B660BA6A}" dt="2026-10-06T00:56:07.666" v="2095" actId="1035"/>
          <ac:picMkLst>
            <pc:docMk/>
            <pc:sldMk cId="2418830519" sldId="259"/>
            <ac:picMk id="31" creationId="{788AC703-B13A-16EF-7D14-291F75040993}"/>
          </ac:picMkLst>
        </pc:picChg>
        <pc:picChg chg="add mod">
          <ac:chgData name="壮一郎 上田" userId="0370f724e08b6d20" providerId="LiveId" clId="{1133C2C9-8838-44C6-936A-4A97B660BA6A}" dt="2026-10-06T03:56:32.590" v="2328" actId="1076"/>
          <ac:picMkLst>
            <pc:docMk/>
            <pc:sldMk cId="2418830519" sldId="259"/>
            <ac:picMk id="34" creationId="{B879DFBA-E9CD-A3A4-B8D0-CE32D5E2481A}"/>
          </ac:picMkLst>
        </pc:picChg>
      </pc:sldChg>
      <pc:sldChg chg="addSp delSp modSp add del mod">
        <pc:chgData name="壮一郎 上田" userId="0370f724e08b6d20" providerId="LiveId" clId="{1133C2C9-8838-44C6-936A-4A97B660BA6A}" dt="2026-10-15T05:10:16.705" v="7000" actId="47"/>
        <pc:sldMkLst>
          <pc:docMk/>
          <pc:sldMk cId="390006436" sldId="266"/>
        </pc:sldMkLst>
      </pc:sldChg>
      <pc:sldChg chg="addSp delSp modSp add mod ord">
        <pc:chgData name="壮一郎 上田" userId="0370f724e08b6d20" providerId="LiveId" clId="{1133C2C9-8838-44C6-936A-4A97B660BA6A}" dt="2026-10-13T04:12:00.484" v="6142"/>
        <pc:sldMkLst>
          <pc:docMk/>
          <pc:sldMk cId="2899433307" sldId="267"/>
        </pc:sldMkLst>
        <pc:spChg chg="add mod">
          <ac:chgData name="壮一郎 上田" userId="0370f724e08b6d20" providerId="LiveId" clId="{1133C2C9-8838-44C6-936A-4A97B660BA6A}" dt="2026-10-13T04:11:51.414" v="6140" actId="1076"/>
          <ac:spMkLst>
            <pc:docMk/>
            <pc:sldMk cId="2899433307" sldId="267"/>
            <ac:spMk id="4" creationId="{34F81358-F769-B969-6A38-647960CA4834}"/>
          </ac:spMkLst>
        </pc:spChg>
        <pc:spChg chg="mod">
          <ac:chgData name="壮一郎 上田" userId="0370f724e08b6d20" providerId="LiveId" clId="{1133C2C9-8838-44C6-936A-4A97B660BA6A}" dt="2026-10-13T04:09:42.526" v="5968" actId="1076"/>
          <ac:spMkLst>
            <pc:docMk/>
            <pc:sldMk cId="2899433307" sldId="267"/>
            <ac:spMk id="8" creationId="{40D49784-25E1-7A38-2284-30702692B0E5}"/>
          </ac:spMkLst>
        </pc:spChg>
        <pc:picChg chg="add mod">
          <ac:chgData name="壮一郎 上田" userId="0370f724e08b6d20" providerId="LiveId" clId="{1133C2C9-8838-44C6-936A-4A97B660BA6A}" dt="2026-10-13T04:09:01.790" v="5965" actId="1076"/>
          <ac:picMkLst>
            <pc:docMk/>
            <pc:sldMk cId="2899433307" sldId="267"/>
            <ac:picMk id="3" creationId="{F01BFA0D-70BC-1FDF-1AB9-1AC7D9B9DAFE}"/>
          </ac:picMkLst>
        </pc:picChg>
      </pc:sldChg>
      <pc:sldChg chg="modSp add mod">
        <pc:chgData name="壮一郎 上田" userId="0370f724e08b6d20" providerId="LiveId" clId="{1133C2C9-8838-44C6-936A-4A97B660BA6A}" dt="2026-10-08T02:58:01.620" v="4151" actId="2711"/>
        <pc:sldMkLst>
          <pc:docMk/>
          <pc:sldMk cId="1463340870" sldId="268"/>
        </pc:sldMkLst>
        <pc:spChg chg="mod">
          <ac:chgData name="壮一郎 上田" userId="0370f724e08b6d20" providerId="LiveId" clId="{1133C2C9-8838-44C6-936A-4A97B660BA6A}" dt="2026-10-08T02:58:01.620" v="4151" actId="2711"/>
          <ac:spMkLst>
            <pc:docMk/>
            <pc:sldMk cId="1463340870" sldId="268"/>
            <ac:spMk id="8" creationId="{27C484EF-423D-B122-7158-0F322EB8D423}"/>
          </ac:spMkLst>
        </pc:spChg>
      </pc:sldChg>
      <pc:sldChg chg="addSp delSp modSp new mod">
        <pc:chgData name="壮一郎 上田" userId="0370f724e08b6d20" providerId="LiveId" clId="{1133C2C9-8838-44C6-936A-4A97B660BA6A}" dt="2026-10-09T02:19:39.939" v="5233" actId="478"/>
        <pc:sldMkLst>
          <pc:docMk/>
          <pc:sldMk cId="3906188946" sldId="270"/>
        </pc:sldMkLst>
      </pc:sldChg>
      <pc:sldChg chg="addSp delSp modSp add mod">
        <pc:chgData name="壮一郎 上田" userId="0370f724e08b6d20" providerId="LiveId" clId="{1133C2C9-8838-44C6-936A-4A97B660BA6A}" dt="2026-10-09T02:11:59.396" v="5232" actId="1035"/>
        <pc:sldMkLst>
          <pc:docMk/>
          <pc:sldMk cId="38576442" sldId="271"/>
        </pc:sldMkLst>
        <pc:spChg chg="add mod ord">
          <ac:chgData name="壮一郎 上田" userId="0370f724e08b6d20" providerId="LiveId" clId="{1133C2C9-8838-44C6-936A-4A97B660BA6A}" dt="2026-10-09T02:00:46.017" v="4985" actId="1076"/>
          <ac:spMkLst>
            <pc:docMk/>
            <pc:sldMk cId="38576442" sldId="271"/>
            <ac:spMk id="12" creationId="{52874BCD-D1FF-9A60-AD8F-644F7064C2E7}"/>
          </ac:spMkLst>
        </pc:spChg>
        <pc:spChg chg="add mod ord modVis">
          <ac:chgData name="壮一郎 上田" userId="0370f724e08b6d20" providerId="LiveId" clId="{1133C2C9-8838-44C6-936A-4A97B660BA6A}" dt="2026-10-09T02:00:35.856" v="4982" actId="164"/>
          <ac:spMkLst>
            <pc:docMk/>
            <pc:sldMk cId="38576442" sldId="271"/>
            <ac:spMk id="13" creationId="{A6603DCA-31D8-BA5A-A23B-9E12C12173B9}"/>
          </ac:spMkLst>
        </pc:spChg>
        <pc:spChg chg="add mod ord modVis">
          <ac:chgData name="壮一郎 上田" userId="0370f724e08b6d20" providerId="LiveId" clId="{1133C2C9-8838-44C6-936A-4A97B660BA6A}" dt="2026-10-09T02:00:35.856" v="4982" actId="164"/>
          <ac:spMkLst>
            <pc:docMk/>
            <pc:sldMk cId="38576442" sldId="271"/>
            <ac:spMk id="14" creationId="{80CFDAB9-ABE1-96E0-3022-A2E7DED6C4DE}"/>
          </ac:spMkLst>
        </pc:spChg>
        <pc:grpChg chg="add mod">
          <ac:chgData name="壮一郎 上田" userId="0370f724e08b6d20" providerId="LiveId" clId="{1133C2C9-8838-44C6-936A-4A97B660BA6A}" dt="2026-10-09T02:11:59.396" v="5232" actId="1035"/>
          <ac:grpSpMkLst>
            <pc:docMk/>
            <pc:sldMk cId="38576442" sldId="271"/>
            <ac:grpSpMk id="15" creationId="{E4B5B4EA-F697-0869-0D94-DAB1A2EAAAE2}"/>
          </ac:grpSpMkLst>
        </pc:grpChg>
        <pc:picChg chg="add mod">
          <ac:chgData name="壮一郎 上田" userId="0370f724e08b6d20" providerId="LiveId" clId="{1133C2C9-8838-44C6-936A-4A97B660BA6A}" dt="2026-10-09T01:49:01.509" v="4645" actId="1076"/>
          <ac:picMkLst>
            <pc:docMk/>
            <pc:sldMk cId="38576442" sldId="271"/>
            <ac:picMk id="3" creationId="{A50DCA62-D2BA-BD96-1D88-CB21DDD3577A}"/>
          </ac:picMkLst>
        </pc:picChg>
      </pc:sldChg>
      <pc:sldChg chg="addSp delSp modSp add mod">
        <pc:chgData name="壮一郎 上田" userId="0370f724e08b6d20" providerId="LiveId" clId="{1133C2C9-8838-44C6-936A-4A97B660BA6A}" dt="2026-10-13T04:12:10.083" v="6144" actId="478"/>
        <pc:sldMkLst>
          <pc:docMk/>
          <pc:sldMk cId="1608910606" sldId="273"/>
        </pc:sldMkLst>
        <pc:spChg chg="mod">
          <ac:chgData name="壮一郎 上田" userId="0370f724e08b6d20" providerId="LiveId" clId="{1133C2C9-8838-44C6-936A-4A97B660BA6A}" dt="2026-10-09T03:24:30.334" v="5247" actId="255"/>
          <ac:spMkLst>
            <pc:docMk/>
            <pc:sldMk cId="1608910606" sldId="273"/>
            <ac:spMk id="8" creationId="{BACA982B-2418-9411-7487-619FFD091640}"/>
          </ac:spMkLst>
        </pc:spChg>
      </pc:sldChg>
      <pc:sldChg chg="addSp delSp modSp mod setBg">
        <pc:chgData name="壮一郎 上田" userId="0370f724e08b6d20" providerId="LiveId" clId="{1133C2C9-8838-44C6-936A-4A97B660BA6A}" dt="2026-10-15T05:31:21.318" v="7540"/>
        <pc:sldMkLst>
          <pc:docMk/>
          <pc:sldMk cId="4039277803" sldId="274"/>
        </pc:sldMkLst>
        <pc:spChg chg="add del mod">
          <ac:chgData name="壮一郎 上田" userId="0370f724e08b6d20" providerId="LiveId" clId="{1133C2C9-8838-44C6-936A-4A97B660BA6A}" dt="2026-10-15T05:12:37.281" v="7086" actId="478"/>
          <ac:spMkLst>
            <pc:docMk/>
            <pc:sldMk cId="4039277803" sldId="274"/>
            <ac:spMk id="3" creationId="{9E2496D7-87F8-F098-478F-3CE29696027C}"/>
          </ac:spMkLst>
        </pc:spChg>
        <pc:spChg chg="add mod">
          <ac:chgData name="壮一郎 上田" userId="0370f724e08b6d20" providerId="LiveId" clId="{1133C2C9-8838-44C6-936A-4A97B660BA6A}" dt="2026-10-15T05:15:27.778" v="7133" actId="20577"/>
          <ac:spMkLst>
            <pc:docMk/>
            <pc:sldMk cId="4039277803" sldId="274"/>
            <ac:spMk id="5" creationId="{B9E81701-EBE1-1B20-D190-246FBB6542EC}"/>
          </ac:spMkLst>
        </pc:spChg>
        <pc:spChg chg="add mod">
          <ac:chgData name="壮一郎 上田" userId="0370f724e08b6d20" providerId="LiveId" clId="{1133C2C9-8838-44C6-936A-4A97B660BA6A}" dt="2026-10-15T05:18:03.958" v="7359" actId="207"/>
          <ac:spMkLst>
            <pc:docMk/>
            <pc:sldMk cId="4039277803" sldId="274"/>
            <ac:spMk id="6" creationId="{334F5248-4E31-0BC3-954C-2BBE03F02D1F}"/>
          </ac:spMkLst>
        </pc:spChg>
        <pc:spChg chg="mod">
          <ac:chgData name="壮一郎 上田" userId="0370f724e08b6d20" providerId="LiveId" clId="{1133C2C9-8838-44C6-936A-4A97B660BA6A}" dt="2026-10-15T05:11:03.809" v="7024" actId="1076"/>
          <ac:spMkLst>
            <pc:docMk/>
            <pc:sldMk cId="4039277803" sldId="274"/>
            <ac:spMk id="8" creationId="{72F3B822-6E0D-6CEB-7FB3-B2212BCB652D}"/>
          </ac:spMkLst>
        </pc:spChg>
        <pc:spChg chg="add mod">
          <ac:chgData name="壮一郎 上田" userId="0370f724e08b6d20" providerId="LiveId" clId="{1133C2C9-8838-44C6-936A-4A97B660BA6A}" dt="2026-10-15T05:23:43.542" v="7515" actId="207"/>
          <ac:spMkLst>
            <pc:docMk/>
            <pc:sldMk cId="4039277803" sldId="274"/>
            <ac:spMk id="9" creationId="{D0272B56-7BEC-D4CC-D023-079F7CBED256}"/>
          </ac:spMkLst>
        </pc:spChg>
        <pc:spChg chg="add del mod">
          <ac:chgData name="壮一郎 上田" userId="0370f724e08b6d20" providerId="LiveId" clId="{1133C2C9-8838-44C6-936A-4A97B660BA6A}" dt="2026-10-15T05:10:33.677" v="7003" actId="478"/>
          <ac:spMkLst>
            <pc:docMk/>
            <pc:sldMk cId="4039277803" sldId="274"/>
            <ac:spMk id="12" creationId="{079BF21F-79BC-3DD0-8A61-B81E9D22D768}"/>
          </ac:spMkLst>
        </pc:spChg>
        <pc:spChg chg="add del mod">
          <ac:chgData name="壮一郎 上田" userId="0370f724e08b6d20" providerId="LiveId" clId="{1133C2C9-8838-44C6-936A-4A97B660BA6A}" dt="2026-10-15T05:23:59.975" v="7516" actId="478"/>
          <ac:spMkLst>
            <pc:docMk/>
            <pc:sldMk cId="4039277803" sldId="274"/>
            <ac:spMk id="13" creationId="{FBA555F4-3B4D-E218-6E06-4056B391CE71}"/>
          </ac:spMkLst>
        </pc:spChg>
        <pc:spChg chg="add mod">
          <ac:chgData name="壮一郎 上田" userId="0370f724e08b6d20" providerId="LiveId" clId="{1133C2C9-8838-44C6-936A-4A97B660BA6A}" dt="2026-10-15T05:26:12.839" v="7539" actId="207"/>
          <ac:spMkLst>
            <pc:docMk/>
            <pc:sldMk cId="4039277803" sldId="274"/>
            <ac:spMk id="14" creationId="{EE205077-04CB-023C-C341-AF34619AAC0E}"/>
          </ac:spMkLst>
        </pc:spChg>
        <pc:picChg chg="add del mod">
          <ac:chgData name="壮一郎 上田" userId="0370f724e08b6d20" providerId="LiveId" clId="{1133C2C9-8838-44C6-936A-4A97B660BA6A}" dt="2026-10-15T05:10:30.695" v="7002" actId="478"/>
          <ac:picMkLst>
            <pc:docMk/>
            <pc:sldMk cId="4039277803" sldId="274"/>
            <ac:picMk id="4" creationId="{F75B1296-6429-46D9-8B42-CEC52F95574B}"/>
          </ac:picMkLst>
        </pc:picChg>
        <pc:picChg chg="add del mod">
          <ac:chgData name="壮一郎 上田" userId="0370f724e08b6d20" providerId="LiveId" clId="{1133C2C9-8838-44C6-936A-4A97B660BA6A}" dt="2026-10-15T05:10:33.677" v="7003" actId="478"/>
          <ac:picMkLst>
            <pc:docMk/>
            <pc:sldMk cId="4039277803" sldId="274"/>
            <ac:picMk id="10" creationId="{4A2BCCEF-E6B2-2C59-BB4D-AA8391594C8C}"/>
          </ac:picMkLst>
        </pc:picChg>
        <pc:picChg chg="add mod ord">
          <ac:chgData name="壮一郎 上田" userId="0370f724e08b6d20" providerId="LiveId" clId="{1133C2C9-8838-44C6-936A-4A97B660BA6A}" dt="2026-10-13T03:54:30.413" v="5623" actId="27614"/>
          <ac:picMkLst>
            <pc:docMk/>
            <pc:sldMk cId="4039277803" sldId="274"/>
            <ac:picMk id="11" creationId="{6A83504A-1863-7266-9597-669F3C7E93CB}"/>
          </ac:picMkLst>
        </pc:picChg>
      </pc:sldChg>
      <pc:sldChg chg="addSp delSp modSp add mod">
        <pc:chgData name="壮一郎 上田" userId="0370f724e08b6d20" providerId="LiveId" clId="{1133C2C9-8838-44C6-936A-4A97B660BA6A}" dt="2026-10-16T01:25:09.992" v="7784" actId="1076"/>
        <pc:sldMkLst>
          <pc:docMk/>
          <pc:sldMk cId="3249331192" sldId="275"/>
        </pc:sldMkLst>
        <pc:spChg chg="add mod">
          <ac:chgData name="壮一郎 上田" userId="0370f724e08b6d20" providerId="LiveId" clId="{1133C2C9-8838-44C6-936A-4A97B660BA6A}" dt="2026-10-16T01:25:09.992" v="7784" actId="1076"/>
          <ac:spMkLst>
            <pc:docMk/>
            <pc:sldMk cId="3249331192" sldId="275"/>
            <ac:spMk id="3" creationId="{1A9E9243-E899-D8AA-5311-29D66104DD11}"/>
          </ac:spMkLst>
        </pc:spChg>
        <pc:spChg chg="mod">
          <ac:chgData name="壮一郎 上田" userId="0370f724e08b6d20" providerId="LiveId" clId="{1133C2C9-8838-44C6-936A-4A97B660BA6A}" dt="2026-10-15T05:41:23.351" v="7700" actId="14100"/>
          <ac:spMkLst>
            <pc:docMk/>
            <pc:sldMk cId="3249331192" sldId="275"/>
            <ac:spMk id="8" creationId="{B238965D-9659-C564-6380-323D6E789186}"/>
          </ac:spMkLst>
        </pc:spChg>
        <pc:spChg chg="del mod">
          <ac:chgData name="壮一郎 上田" userId="0370f724e08b6d20" providerId="LiveId" clId="{1133C2C9-8838-44C6-936A-4A97B660BA6A}" dt="2026-10-15T05:35:13.609" v="7542" actId="478"/>
          <ac:spMkLst>
            <pc:docMk/>
            <pc:sldMk cId="3249331192" sldId="275"/>
            <ac:spMk id="20" creationId="{8FA37E51-3A97-9633-9E3E-EA27B1666504}"/>
          </ac:spMkLst>
        </pc:spChg>
        <pc:picChg chg="add del mod">
          <ac:chgData name="壮一郎 上田" userId="0370f724e08b6d20" providerId="LiveId" clId="{1133C2C9-8838-44C6-936A-4A97B660BA6A}" dt="2026-10-15T05:35:11.225" v="7541" actId="478"/>
          <ac:picMkLst>
            <pc:docMk/>
            <pc:sldMk cId="3249331192" sldId="275"/>
            <ac:picMk id="4" creationId="{A32E2A81-7C40-8395-8A51-2F7BEE4D2144}"/>
          </ac:picMkLst>
        </pc:picChg>
        <pc:picChg chg="add mod">
          <ac:chgData name="壮一郎 上田" userId="0370f724e08b6d20" providerId="LiveId" clId="{1133C2C9-8838-44C6-936A-4A97B660BA6A}" dt="2026-10-15T05:41:51.317" v="7720" actId="1035"/>
          <ac:picMkLst>
            <pc:docMk/>
            <pc:sldMk cId="3249331192" sldId="275"/>
            <ac:picMk id="5" creationId="{9C828482-5CE1-97B0-8946-A85A9D2D2704}"/>
          </ac:picMkLst>
        </pc:picChg>
        <pc:picChg chg="add del mod">
          <ac:chgData name="壮一郎 上田" userId="0370f724e08b6d20" providerId="LiveId" clId="{1133C2C9-8838-44C6-936A-4A97B660BA6A}" dt="2026-10-15T05:35:11.225" v="7541" actId="478"/>
          <ac:picMkLst>
            <pc:docMk/>
            <pc:sldMk cId="3249331192" sldId="275"/>
            <ac:picMk id="6" creationId="{36CF1E92-84EA-694D-70C0-40F53F84752F}"/>
          </ac:picMkLst>
        </pc:picChg>
        <pc:picChg chg="add mod">
          <ac:chgData name="壮一郎 上田" userId="0370f724e08b6d20" providerId="LiveId" clId="{1133C2C9-8838-44C6-936A-4A97B660BA6A}" dt="2026-10-15T05:41:51.317" v="7720" actId="1035"/>
          <ac:picMkLst>
            <pc:docMk/>
            <pc:sldMk cId="3249331192" sldId="275"/>
            <ac:picMk id="10" creationId="{5690E95E-8135-0CA3-E5BC-E5EFA6CD514B}"/>
          </ac:picMkLst>
        </pc:picChg>
        <pc:picChg chg="add mod">
          <ac:chgData name="壮一郎 上田" userId="0370f724e08b6d20" providerId="LiveId" clId="{1133C2C9-8838-44C6-936A-4A97B660BA6A}" dt="2026-10-15T05:41:51.317" v="7720" actId="1035"/>
          <ac:picMkLst>
            <pc:docMk/>
            <pc:sldMk cId="3249331192" sldId="275"/>
            <ac:picMk id="13" creationId="{A87B4CBD-53EB-9D1D-BDF8-4769218EB7DF}"/>
          </ac:picMkLst>
        </pc:picChg>
        <pc:picChg chg="add mod">
          <ac:chgData name="壮一郎 上田" userId="0370f724e08b6d20" providerId="LiveId" clId="{1133C2C9-8838-44C6-936A-4A97B660BA6A}" dt="2026-10-15T05:41:25.584" v="7701" actId="14100"/>
          <ac:picMkLst>
            <pc:docMk/>
            <pc:sldMk cId="3249331192" sldId="275"/>
            <ac:picMk id="15" creationId="{46AE5B11-D25D-0407-8B9B-237F1544519E}"/>
          </ac:picMkLst>
        </pc:picChg>
        <pc:picChg chg="add mod">
          <ac:chgData name="壮一郎 上田" userId="0370f724e08b6d20" providerId="LiveId" clId="{1133C2C9-8838-44C6-936A-4A97B660BA6A}" dt="2026-10-15T05:41:25.584" v="7701" actId="14100"/>
          <ac:picMkLst>
            <pc:docMk/>
            <pc:sldMk cId="3249331192" sldId="275"/>
            <ac:picMk id="17" creationId="{4897ACC2-70B8-99B2-56E0-FA5AEA06CCB6}"/>
          </ac:picMkLst>
        </pc:picChg>
        <pc:picChg chg="add mod">
          <ac:chgData name="壮一郎 上田" userId="0370f724e08b6d20" providerId="LiveId" clId="{1133C2C9-8838-44C6-936A-4A97B660BA6A}" dt="2026-10-15T05:41:28.420" v="7702" actId="1076"/>
          <ac:picMkLst>
            <pc:docMk/>
            <pc:sldMk cId="3249331192" sldId="275"/>
            <ac:picMk id="19" creationId="{FBBAAD5B-BC3D-CF41-1471-7DC07817BF21}"/>
          </ac:picMkLst>
        </pc:picChg>
      </pc:sldChg>
      <pc:sldChg chg="modSp add mod">
        <pc:chgData name="壮一郎 上田" userId="0370f724e08b6d20" providerId="LiveId" clId="{1133C2C9-8838-44C6-936A-4A97B660BA6A}" dt="2026-10-15T05:36:18.022" v="7556" actId="20577"/>
        <pc:sldMkLst>
          <pc:docMk/>
          <pc:sldMk cId="45178235" sldId="276"/>
        </pc:sldMkLst>
        <pc:spChg chg="mod">
          <ac:chgData name="壮一郎 上田" userId="0370f724e08b6d20" providerId="LiveId" clId="{1133C2C9-8838-44C6-936A-4A97B660BA6A}" dt="2026-10-15T05:36:18.022" v="7556" actId="20577"/>
          <ac:spMkLst>
            <pc:docMk/>
            <pc:sldMk cId="45178235" sldId="276"/>
            <ac:spMk id="8" creationId="{2EE96CEF-9F14-D221-C21F-DCAE5592A0C2}"/>
          </ac:spMkLst>
        </pc:spChg>
      </pc:sldChg>
      <pc:sldChg chg="delSp modSp add del mod">
        <pc:chgData name="壮一郎 上田" userId="0370f724e08b6d20" providerId="LiveId" clId="{1133C2C9-8838-44C6-936A-4A97B660BA6A}" dt="2026-10-15T05:10:21.858" v="7001" actId="47"/>
        <pc:sldMkLst>
          <pc:docMk/>
          <pc:sldMk cId="2005219473" sldId="276"/>
        </pc:sldMkLst>
      </pc:sldChg>
      <pc:sldChg chg="addSp modSp add mod">
        <pc:chgData name="壮一郎 上田" userId="0370f724e08b6d20" providerId="LiveId" clId="{1133C2C9-8838-44C6-936A-4A97B660BA6A}" dt="2026-10-15T05:39:28.590" v="7580" actId="27614"/>
        <pc:sldMkLst>
          <pc:docMk/>
          <pc:sldMk cId="849100950" sldId="277"/>
        </pc:sldMkLst>
        <pc:picChg chg="add mod">
          <ac:chgData name="壮一郎 上田" userId="0370f724e08b6d20" providerId="LiveId" clId="{1133C2C9-8838-44C6-936A-4A97B660BA6A}" dt="2026-10-15T05:39:28.590" v="7580" actId="27614"/>
          <ac:picMkLst>
            <pc:docMk/>
            <pc:sldMk cId="849100950" sldId="277"/>
            <ac:picMk id="4" creationId="{F8B99C1A-5CD1-6874-D8D7-D497370A4D18}"/>
          </ac:picMkLst>
        </pc:picChg>
      </pc:sldChg>
      <pc:sldChg chg="delSp modSp add del mod">
        <pc:chgData name="壮一郎 上田" userId="0370f724e08b6d20" providerId="LiveId" clId="{1133C2C9-8838-44C6-936A-4A97B660BA6A}" dt="2026-10-15T05:10:21.858" v="7001" actId="47"/>
        <pc:sldMkLst>
          <pc:docMk/>
          <pc:sldMk cId="3735189968" sldId="277"/>
        </pc:sldMkLst>
      </pc:sldChg>
      <pc:sldChg chg="delSp modSp add del mod">
        <pc:chgData name="壮一郎 上田" userId="0370f724e08b6d20" providerId="LiveId" clId="{1133C2C9-8838-44C6-936A-4A97B660BA6A}" dt="2026-10-15T05:10:21.858" v="7001" actId="47"/>
        <pc:sldMkLst>
          <pc:docMk/>
          <pc:sldMk cId="1305947652" sldId="278"/>
        </pc:sldMkLst>
      </pc:sldChg>
      <pc:sldChg chg="addSp modSp add mod">
        <pc:chgData name="壮一郎 上田" userId="0370f724e08b6d20" providerId="LiveId" clId="{1133C2C9-8838-44C6-936A-4A97B660BA6A}" dt="2026-10-15T05:39:35.692" v="7582" actId="27614"/>
        <pc:sldMkLst>
          <pc:docMk/>
          <pc:sldMk cId="2228151277" sldId="278"/>
        </pc:sldMkLst>
        <pc:picChg chg="add mod">
          <ac:chgData name="壮一郎 上田" userId="0370f724e08b6d20" providerId="LiveId" clId="{1133C2C9-8838-44C6-936A-4A97B660BA6A}" dt="2026-10-15T05:39:35.692" v="7582" actId="27614"/>
          <ac:picMkLst>
            <pc:docMk/>
            <pc:sldMk cId="2228151277" sldId="278"/>
            <ac:picMk id="4" creationId="{70CFAE8C-F68B-888D-95D7-7E1CF6FC4CEF}"/>
          </ac:picMkLst>
        </pc:picChg>
      </pc:sldChg>
      <pc:sldChg chg="addSp delSp modSp add del mod">
        <pc:chgData name="壮一郎 上田" userId="0370f724e08b6d20" providerId="LiveId" clId="{1133C2C9-8838-44C6-936A-4A97B660BA6A}" dt="2026-10-15T05:10:21.858" v="7001" actId="47"/>
        <pc:sldMkLst>
          <pc:docMk/>
          <pc:sldMk cId="809786534" sldId="279"/>
        </pc:sldMkLst>
      </pc:sldChg>
      <pc:sldChg chg="addSp delSp modSp add del mod">
        <pc:chgData name="壮一郎 上田" userId="0370f724e08b6d20" providerId="LiveId" clId="{1133C2C9-8838-44C6-936A-4A97B660BA6A}" dt="2026-10-15T05:10:21.858" v="7001" actId="47"/>
        <pc:sldMkLst>
          <pc:docMk/>
          <pc:sldMk cId="814909340" sldId="28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9926F-9441-495F-9B84-153A1CBE712A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2560638" y="1143000"/>
            <a:ext cx="17367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22C6D8-8B2F-4FD0-ABB9-52544665533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3313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5763" y="1496484"/>
            <a:ext cx="4371975" cy="3183467"/>
          </a:xfrm>
        </p:spPr>
        <p:txBody>
          <a:bodyPr anchor="b"/>
          <a:lstStyle>
            <a:lvl1pPr algn="ctr">
              <a:defRPr sz="337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938" y="4802717"/>
            <a:ext cx="3857625" cy="2207683"/>
          </a:xfrm>
        </p:spPr>
        <p:txBody>
          <a:bodyPr/>
          <a:lstStyle>
            <a:lvl1pPr marL="0" indent="0" algn="ctr">
              <a:buNone/>
              <a:defRPr sz="1350"/>
            </a:lvl1pPr>
            <a:lvl2pPr marL="257175" indent="0" algn="ctr">
              <a:buNone/>
              <a:defRPr sz="1125"/>
            </a:lvl2pPr>
            <a:lvl3pPr marL="514350" indent="0" algn="ctr">
              <a:buNone/>
              <a:defRPr sz="1013"/>
            </a:lvl3pPr>
            <a:lvl4pPr marL="771525" indent="0" algn="ctr">
              <a:buNone/>
              <a:defRPr sz="900"/>
            </a:lvl4pPr>
            <a:lvl5pPr marL="1028700" indent="0" algn="ctr">
              <a:buNone/>
              <a:defRPr sz="900"/>
            </a:lvl5pPr>
            <a:lvl6pPr marL="1285875" indent="0" algn="ctr">
              <a:buNone/>
              <a:defRPr sz="900"/>
            </a:lvl6pPr>
            <a:lvl7pPr marL="1543050" indent="0" algn="ctr">
              <a:buNone/>
              <a:defRPr sz="900"/>
            </a:lvl7pPr>
            <a:lvl8pPr marL="1800225" indent="0" algn="ctr">
              <a:buNone/>
              <a:defRPr sz="900"/>
            </a:lvl8pPr>
            <a:lvl9pPr marL="2057400" indent="0" algn="ctr">
              <a:buNone/>
              <a:defRPr sz="9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055770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6880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937" y="2279653"/>
            <a:ext cx="4436269" cy="3803649"/>
          </a:xfrm>
        </p:spPr>
        <p:txBody>
          <a:bodyPr anchor="b"/>
          <a:lstStyle>
            <a:lvl1pPr>
              <a:defRPr sz="3375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0937" y="6119286"/>
            <a:ext cx="4436269" cy="2000249"/>
          </a:xfrm>
        </p:spPr>
        <p:txBody>
          <a:bodyPr/>
          <a:lstStyle>
            <a:lvl1pPr marL="0" indent="0">
              <a:buNone/>
              <a:defRPr sz="1350">
                <a:solidFill>
                  <a:schemeClr val="tx1"/>
                </a:solidFill>
              </a:defRPr>
            </a:lvl1pPr>
            <a:lvl2pPr marL="257175" indent="0">
              <a:buNone/>
              <a:defRPr sz="1125">
                <a:solidFill>
                  <a:schemeClr val="tx1">
                    <a:tint val="75000"/>
                  </a:schemeClr>
                </a:solidFill>
              </a:defRPr>
            </a:lvl2pPr>
            <a:lvl3pPr marL="514350" indent="0">
              <a:buNone/>
              <a:defRPr sz="1013">
                <a:solidFill>
                  <a:schemeClr val="tx1">
                    <a:tint val="75000"/>
                  </a:schemeClr>
                </a:solidFill>
              </a:defRPr>
            </a:lvl3pPr>
            <a:lvl4pPr marL="7715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4pPr>
            <a:lvl5pPr marL="10287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5pPr>
            <a:lvl6pPr marL="128587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6pPr>
            <a:lvl7pPr marL="154305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7pPr>
            <a:lvl8pPr marL="1800225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8pPr>
            <a:lvl9pPr marL="2057400" indent="0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8811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53615" y="2434167"/>
            <a:ext cx="2185988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603897" y="2434167"/>
            <a:ext cx="2185988" cy="5801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916928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486836"/>
            <a:ext cx="4436269" cy="1767417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4286" y="2241551"/>
            <a:ext cx="2175941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54286" y="3340100"/>
            <a:ext cx="2175941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603897" y="2241551"/>
            <a:ext cx="2186657" cy="1098549"/>
          </a:xfrm>
        </p:spPr>
        <p:txBody>
          <a:bodyPr anchor="b"/>
          <a:lstStyle>
            <a:lvl1pPr marL="0" indent="0">
              <a:buNone/>
              <a:defRPr sz="1350" b="1"/>
            </a:lvl1pPr>
            <a:lvl2pPr marL="257175" indent="0">
              <a:buNone/>
              <a:defRPr sz="1125" b="1"/>
            </a:lvl2pPr>
            <a:lvl3pPr marL="514350" indent="0">
              <a:buNone/>
              <a:defRPr sz="1013" b="1"/>
            </a:lvl3pPr>
            <a:lvl4pPr marL="771525" indent="0">
              <a:buNone/>
              <a:defRPr sz="900" b="1"/>
            </a:lvl4pPr>
            <a:lvl5pPr marL="1028700" indent="0">
              <a:buNone/>
              <a:defRPr sz="900" b="1"/>
            </a:lvl5pPr>
            <a:lvl6pPr marL="1285875" indent="0">
              <a:buNone/>
              <a:defRPr sz="900" b="1"/>
            </a:lvl6pPr>
            <a:lvl7pPr marL="1543050" indent="0">
              <a:buNone/>
              <a:defRPr sz="900" b="1"/>
            </a:lvl7pPr>
            <a:lvl8pPr marL="1800225" indent="0">
              <a:buNone/>
              <a:defRPr sz="900" b="1"/>
            </a:lvl8pPr>
            <a:lvl9pPr marL="2057400" indent="0">
              <a:buNone/>
              <a:defRPr sz="9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603897" y="3340100"/>
            <a:ext cx="2186657" cy="4912784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031568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86128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03117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86657" y="1316569"/>
            <a:ext cx="2603897" cy="6498167"/>
          </a:xfrm>
        </p:spPr>
        <p:txBody>
          <a:bodyPr/>
          <a:lstStyle>
            <a:lvl1pPr>
              <a:defRPr sz="1800"/>
            </a:lvl1pPr>
            <a:lvl2pPr>
              <a:defRPr sz="1575"/>
            </a:lvl2pPr>
            <a:lvl3pPr>
              <a:defRPr sz="1350"/>
            </a:lvl3pPr>
            <a:lvl4pPr>
              <a:defRPr sz="1125"/>
            </a:lvl4pPr>
            <a:lvl5pPr>
              <a:defRPr sz="1125"/>
            </a:lvl5pPr>
            <a:lvl6pPr>
              <a:defRPr sz="1125"/>
            </a:lvl6pPr>
            <a:lvl7pPr>
              <a:defRPr sz="1125"/>
            </a:lvl7pPr>
            <a:lvl8pPr>
              <a:defRPr sz="1125"/>
            </a:lvl8pPr>
            <a:lvl9pPr>
              <a:defRPr sz="1125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14104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285" y="609600"/>
            <a:ext cx="1658913" cy="2133600"/>
          </a:xfrm>
        </p:spPr>
        <p:txBody>
          <a:bodyPr anchor="b"/>
          <a:lstStyle>
            <a:lvl1pPr>
              <a:defRPr sz="18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86657" y="1316569"/>
            <a:ext cx="2603897" cy="6498167"/>
          </a:xfrm>
        </p:spPr>
        <p:txBody>
          <a:bodyPr anchor="t"/>
          <a:lstStyle>
            <a:lvl1pPr marL="0" indent="0">
              <a:buNone/>
              <a:defRPr sz="1800"/>
            </a:lvl1pPr>
            <a:lvl2pPr marL="257175" indent="0">
              <a:buNone/>
              <a:defRPr sz="1575"/>
            </a:lvl2pPr>
            <a:lvl3pPr marL="514350" indent="0">
              <a:buNone/>
              <a:defRPr sz="1350"/>
            </a:lvl3pPr>
            <a:lvl4pPr marL="771525" indent="0">
              <a:buNone/>
              <a:defRPr sz="1125"/>
            </a:lvl4pPr>
            <a:lvl5pPr marL="1028700" indent="0">
              <a:buNone/>
              <a:defRPr sz="1125"/>
            </a:lvl5pPr>
            <a:lvl6pPr marL="1285875" indent="0">
              <a:buNone/>
              <a:defRPr sz="1125"/>
            </a:lvl6pPr>
            <a:lvl7pPr marL="1543050" indent="0">
              <a:buNone/>
              <a:defRPr sz="1125"/>
            </a:lvl7pPr>
            <a:lvl8pPr marL="1800225" indent="0">
              <a:buNone/>
              <a:defRPr sz="1125"/>
            </a:lvl8pPr>
            <a:lvl9pPr marL="2057400" indent="0">
              <a:buNone/>
              <a:defRPr sz="1125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54285" y="2743200"/>
            <a:ext cx="1658913" cy="5082117"/>
          </a:xfrm>
        </p:spPr>
        <p:txBody>
          <a:bodyPr/>
          <a:lstStyle>
            <a:lvl1pPr marL="0" indent="0">
              <a:buNone/>
              <a:defRPr sz="900"/>
            </a:lvl1pPr>
            <a:lvl2pPr marL="257175" indent="0">
              <a:buNone/>
              <a:defRPr sz="788"/>
            </a:lvl2pPr>
            <a:lvl3pPr marL="514350" indent="0">
              <a:buNone/>
              <a:defRPr sz="675"/>
            </a:lvl3pPr>
            <a:lvl4pPr marL="771525" indent="0">
              <a:buNone/>
              <a:defRPr sz="563"/>
            </a:lvl4pPr>
            <a:lvl5pPr marL="1028700" indent="0">
              <a:buNone/>
              <a:defRPr sz="563"/>
            </a:lvl5pPr>
            <a:lvl6pPr marL="1285875" indent="0">
              <a:buNone/>
              <a:defRPr sz="563"/>
            </a:lvl6pPr>
            <a:lvl7pPr marL="1543050" indent="0">
              <a:buNone/>
              <a:defRPr sz="563"/>
            </a:lvl7pPr>
            <a:lvl8pPr marL="1800225" indent="0">
              <a:buNone/>
              <a:defRPr sz="563"/>
            </a:lvl8pPr>
            <a:lvl9pPr marL="2057400" indent="0">
              <a:buNone/>
              <a:defRPr sz="563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09236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3734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680818" y="486834"/>
            <a:ext cx="1109067" cy="7749117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53616" y="486834"/>
            <a:ext cx="3262908" cy="7749117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83321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3616" y="486836"/>
            <a:ext cx="4436269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3616" y="2434167"/>
            <a:ext cx="4436269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3615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7DF064-FDAA-4747-BFE8-B9F3D30BA27F}" type="datetimeFigureOut">
              <a:rPr kumimoji="1" lang="ja-JP" altLang="en-US" smtClean="0"/>
              <a:t>2026/10/16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03785" y="8475136"/>
            <a:ext cx="1735931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632597" y="8475136"/>
            <a:ext cx="1157288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8D348-8C1C-994C-9970-8AAC368FE7BE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779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514350" rtl="0" eaLnBrk="1" latinLnBrk="0" hangingPunct="1">
        <a:lnSpc>
          <a:spcPct val="90000"/>
        </a:lnSpc>
        <a:spcBef>
          <a:spcPct val="0"/>
        </a:spcBef>
        <a:buNone/>
        <a:defRPr kumimoji="1" sz="24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8588" indent="-128588" algn="l" defTabSz="51435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kumimoji="1" sz="1575" kern="1200">
          <a:solidFill>
            <a:schemeClr val="tx1"/>
          </a:solidFill>
          <a:latin typeface="+mn-lt"/>
          <a:ea typeface="+mn-ea"/>
          <a:cs typeface="+mn-cs"/>
        </a:defRPr>
      </a:lvl1pPr>
      <a:lvl2pPr marL="3857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429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125" kern="1200">
          <a:solidFill>
            <a:schemeClr val="tx1"/>
          </a:solidFill>
          <a:latin typeface="+mn-lt"/>
          <a:ea typeface="+mn-ea"/>
          <a:cs typeface="+mn-cs"/>
        </a:defRPr>
      </a:lvl3pPr>
      <a:lvl4pPr marL="9001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1572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41446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63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813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88" indent="-128588" algn="l" defTabSz="514350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7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5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400" algn="l" defTabSz="514350" rtl="0" eaLnBrk="1" latinLnBrk="0" hangingPunct="1">
        <a:defRPr kumimoji="1"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jpg"/><Relationship Id="rId7" Type="http://schemas.openxmlformats.org/officeDocument/2006/relationships/image" Target="../media/image11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9.png"/><Relationship Id="rId7" Type="http://schemas.openxmlformats.org/officeDocument/2006/relationships/image" Target="../media/image2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21.png"/><Relationship Id="rId10" Type="http://schemas.openxmlformats.org/officeDocument/2006/relationships/image" Target="../media/image24.png"/><Relationship Id="rId4" Type="http://schemas.openxmlformats.org/officeDocument/2006/relationships/image" Target="../media/image20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9FCF55-96AF-A836-537E-570F452995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図 59">
            <a:extLst>
              <a:ext uri="{FF2B5EF4-FFF2-40B4-BE49-F238E27FC236}">
                <a16:creationId xmlns:a16="http://schemas.microsoft.com/office/drawing/2014/main" id="{353C2519-B78B-820B-DA15-FA019184AB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pic>
        <p:nvPicPr>
          <p:cNvPr id="74" name="図 73" hidden="1">
            <a:extLst>
              <a:ext uri="{FF2B5EF4-FFF2-40B4-BE49-F238E27FC236}">
                <a16:creationId xmlns:a16="http://schemas.microsoft.com/office/drawing/2014/main" id="{02689EDF-53EB-A27E-54A3-2CACA0D67C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D8060B72-E0D4-ADAF-B6CB-7FEBD37F4BDF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834713E-DD87-657C-ECF2-3FE3424E2C23}"/>
              </a:ext>
            </a:extLst>
          </p:cNvPr>
          <p:cNvSpPr txBox="1">
            <a:spLocks/>
          </p:cNvSpPr>
          <p:nvPr/>
        </p:nvSpPr>
        <p:spPr>
          <a:xfrm>
            <a:off x="261434" y="602094"/>
            <a:ext cx="463139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00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FAN LEVEL UP!</a:t>
            </a:r>
            <a:endParaRPr kumimoji="1" lang="ja-JP" altLang="en-US" sz="400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3C509FF-29A7-1A34-7D89-59177BD2708D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D904523-5B16-E57D-C4ED-F3C96ACE59F8}"/>
              </a:ext>
            </a:extLst>
          </p:cNvPr>
          <p:cNvSpPr txBox="1">
            <a:spLocks/>
          </p:cNvSpPr>
          <p:nvPr/>
        </p:nvSpPr>
        <p:spPr>
          <a:xfrm>
            <a:off x="261434" y="1603599"/>
            <a:ext cx="186140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LEVEL</a:t>
            </a:r>
            <a:r>
              <a:rPr kumimoji="1" lang="ja-JP" altLang="en-US" sz="2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 </a:t>
            </a:r>
            <a:r>
              <a:rPr kumimoji="1" lang="en-US" altLang="ja-JP" sz="2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3</a:t>
            </a:r>
            <a:endParaRPr kumimoji="1" lang="ja-JP" altLang="en-US" sz="28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543DD765-75F9-6ECB-4F80-332C7CC2A7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50" y="2715361"/>
            <a:ext cx="4320000" cy="723579"/>
          </a:xfrm>
          <a:prstGeom prst="rect">
            <a:avLst/>
          </a:prstGeom>
        </p:spPr>
      </p:pic>
      <p:pic>
        <p:nvPicPr>
          <p:cNvPr id="42" name="図 41">
            <a:extLst>
              <a:ext uri="{FF2B5EF4-FFF2-40B4-BE49-F238E27FC236}">
                <a16:creationId xmlns:a16="http://schemas.microsoft.com/office/drawing/2014/main" id="{44CFA013-3865-5EC5-03D3-52B23E9F2F4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50" y="6275559"/>
            <a:ext cx="4320000" cy="723579"/>
          </a:xfrm>
          <a:prstGeom prst="rect">
            <a:avLst/>
          </a:prstGeom>
        </p:spPr>
      </p:pic>
      <p:pic>
        <p:nvPicPr>
          <p:cNvPr id="52" name="図 51">
            <a:extLst>
              <a:ext uri="{FF2B5EF4-FFF2-40B4-BE49-F238E27FC236}">
                <a16:creationId xmlns:a16="http://schemas.microsoft.com/office/drawing/2014/main" id="{144FFFD8-60E7-BC14-F697-846C04F2576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1750" y="5088827"/>
            <a:ext cx="4320000" cy="723579"/>
          </a:xfrm>
          <a:prstGeom prst="rect">
            <a:avLst/>
          </a:prstGeom>
        </p:spPr>
      </p:pic>
      <p:pic>
        <p:nvPicPr>
          <p:cNvPr id="58" name="図 57">
            <a:extLst>
              <a:ext uri="{FF2B5EF4-FFF2-40B4-BE49-F238E27FC236}">
                <a16:creationId xmlns:a16="http://schemas.microsoft.com/office/drawing/2014/main" id="{FDFF6B2E-12B4-48AC-9A64-8243505F842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750" y="3902094"/>
            <a:ext cx="4320000" cy="72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67303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68D5ED-66B3-F42B-2F29-5E0FD7386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The image shows a modern, multi-story building with large, rectangular windows, a concrete exterior, and a sidewalk beside a barrier.&#10;&#10;AI 生成コンテンツは誤りを含む可能性があります。">
            <a:extLst>
              <a:ext uri="{FF2B5EF4-FFF2-40B4-BE49-F238E27FC236}">
                <a16:creationId xmlns:a16="http://schemas.microsoft.com/office/drawing/2014/main" id="{6A83504A-1863-7266-9597-669F3C7E9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FA63312-188B-ED37-876A-8CE0F763E00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2F3B822-6E0D-6CEB-7FB3-B2212BCB652D}"/>
              </a:ext>
            </a:extLst>
          </p:cNvPr>
          <p:cNvSpPr txBox="1">
            <a:spLocks/>
          </p:cNvSpPr>
          <p:nvPr/>
        </p:nvSpPr>
        <p:spPr>
          <a:xfrm>
            <a:off x="280981" y="355603"/>
            <a:ext cx="356219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POWER</a:t>
            </a:r>
          </a:p>
          <a:p>
            <a:r>
              <a:rPr kumimoji="1" lang="en-US" altLang="ja-JP" sz="4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RANKING</a:t>
            </a:r>
            <a:endParaRPr kumimoji="1" lang="ja-JP" altLang="en-US" sz="48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A4CF520-9855-37EB-5DE3-35ED1D848BD5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 dirty="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9E81701-EBE1-1B20-D190-246FBB6542EC}"/>
              </a:ext>
            </a:extLst>
          </p:cNvPr>
          <p:cNvSpPr txBox="1"/>
          <p:nvPr/>
        </p:nvSpPr>
        <p:spPr>
          <a:xfrm>
            <a:off x="280981" y="1925263"/>
            <a:ext cx="430919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solidFill>
                  <a:schemeClr val="bg1"/>
                </a:solidFill>
                <a:latin typeface="Formula1 Display-Black" panose="02000000000000000000" pitchFamily="2" charset="0"/>
              </a:rPr>
              <a:t>Round 0 – yyyy/mm/dd</a:t>
            </a:r>
            <a:endParaRPr kumimoji="1" lang="ja-JP" altLang="en-US" sz="2400" dirty="0">
              <a:solidFill>
                <a:schemeClr val="bg1"/>
              </a:solidFill>
              <a:latin typeface="Formula1 Display-Black" panose="02000000000000000000" pitchFamily="2" charset="0"/>
            </a:endParaRP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334F5248-4E31-0BC3-954C-2BBE03F02D1F}"/>
              </a:ext>
            </a:extLst>
          </p:cNvPr>
          <p:cNvSpPr txBox="1"/>
          <p:nvPr/>
        </p:nvSpPr>
        <p:spPr>
          <a:xfrm>
            <a:off x="280981" y="2723157"/>
            <a:ext cx="984565" cy="523220"/>
          </a:xfrm>
          <a:prstGeom prst="rect">
            <a:avLst/>
          </a:prstGeom>
          <a:gradFill>
            <a:gsLst>
              <a:gs pos="60000">
                <a:srgbClr val="000000"/>
              </a:gs>
              <a:gs pos="25000">
                <a:schemeClr val="tx1"/>
              </a:gs>
              <a:gs pos="52000">
                <a:schemeClr val="tx1">
                  <a:alpha val="90000"/>
                </a:schemeClr>
              </a:gs>
            </a:gsLst>
            <a:lin ang="5400000" scaled="1"/>
          </a:gradFill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gradFill>
                  <a:gsLst>
                    <a:gs pos="100000">
                      <a:schemeClr val="accent4">
                        <a:lumMod val="50000"/>
                      </a:schemeClr>
                    </a:gs>
                    <a:gs pos="60000">
                      <a:schemeClr val="accent4">
                        <a:lumMod val="75000"/>
                      </a:schemeClr>
                    </a:gs>
                    <a:gs pos="0">
                      <a:schemeClr val="accent4">
                        <a:lumMod val="75000"/>
                      </a:schemeClr>
                    </a:gs>
                    <a:gs pos="40000">
                      <a:schemeClr val="accent4">
                        <a:lumMod val="40000"/>
                        <a:lumOff val="60000"/>
                      </a:schemeClr>
                    </a:gs>
                  </a:gsLst>
                  <a:lin ang="1800000" scaled="0"/>
                </a:gradFill>
                <a:latin typeface="Formula1 Display-Black" panose="02000000000000000000" pitchFamily="2" charset="0"/>
              </a:rPr>
              <a:t>1ST</a:t>
            </a:r>
            <a:endParaRPr kumimoji="1" lang="ja-JP" altLang="en-US" sz="2800" dirty="0">
              <a:gradFill>
                <a:gsLst>
                  <a:gs pos="100000">
                    <a:schemeClr val="accent4">
                      <a:lumMod val="50000"/>
                    </a:schemeClr>
                  </a:gs>
                  <a:gs pos="60000">
                    <a:schemeClr val="accent4">
                      <a:lumMod val="75000"/>
                    </a:schemeClr>
                  </a:gs>
                  <a:gs pos="0">
                    <a:schemeClr val="accent4">
                      <a:lumMod val="75000"/>
                    </a:schemeClr>
                  </a:gs>
                  <a:gs pos="40000">
                    <a:schemeClr val="accent4">
                      <a:lumMod val="40000"/>
                      <a:lumOff val="60000"/>
                    </a:schemeClr>
                  </a:gs>
                </a:gsLst>
                <a:lin ang="1800000" scaled="0"/>
              </a:gradFill>
              <a:latin typeface="Formula1 Display-Black" panose="02000000000000000000" pitchFamily="2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0272B56-7BEC-D4CC-D023-079F7CBED256}"/>
              </a:ext>
            </a:extLst>
          </p:cNvPr>
          <p:cNvSpPr txBox="1"/>
          <p:nvPr/>
        </p:nvSpPr>
        <p:spPr>
          <a:xfrm>
            <a:off x="280981" y="4350853"/>
            <a:ext cx="10599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gradFill>
                  <a:gsLst>
                    <a:gs pos="0">
                      <a:schemeClr val="bg1"/>
                    </a:gs>
                    <a:gs pos="100000">
                      <a:srgbClr val="EDEDED"/>
                    </a:gs>
                    <a:gs pos="75000">
                      <a:srgbClr val="C0C0C0"/>
                    </a:gs>
                    <a:gs pos="50000">
                      <a:srgbClr val="7F7F7F"/>
                    </a:gs>
                    <a:gs pos="49000">
                      <a:srgbClr val="A6A6A6"/>
                    </a:gs>
                    <a:gs pos="20000">
                      <a:srgbClr val="D9D9D9">
                        <a:alpha val="89804"/>
                      </a:srgbClr>
                    </a:gs>
                  </a:gsLst>
                  <a:lin ang="1800000" scaled="0"/>
                </a:gradFill>
                <a:latin typeface="Formula1 Display-Black" panose="02000000000000000000" pitchFamily="2" charset="0"/>
              </a:rPr>
              <a:t>2ND</a:t>
            </a:r>
            <a:endParaRPr kumimoji="1" lang="ja-JP" altLang="en-US" sz="2800" dirty="0">
              <a:gradFill>
                <a:gsLst>
                  <a:gs pos="0">
                    <a:schemeClr val="bg1"/>
                  </a:gs>
                  <a:gs pos="100000">
                    <a:srgbClr val="EDEDED"/>
                  </a:gs>
                  <a:gs pos="75000">
                    <a:srgbClr val="C0C0C0"/>
                  </a:gs>
                  <a:gs pos="50000">
                    <a:srgbClr val="7F7F7F"/>
                  </a:gs>
                  <a:gs pos="49000">
                    <a:srgbClr val="A6A6A6"/>
                  </a:gs>
                  <a:gs pos="20000">
                    <a:srgbClr val="D9D9D9">
                      <a:alpha val="89804"/>
                    </a:srgbClr>
                  </a:gs>
                </a:gsLst>
                <a:lin ang="1800000" scaled="0"/>
              </a:gradFill>
              <a:latin typeface="Formula1 Display-Black" panose="02000000000000000000" pitchFamily="2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E205077-04CB-023C-C341-AF34619AAC0E}"/>
              </a:ext>
            </a:extLst>
          </p:cNvPr>
          <p:cNvSpPr txBox="1"/>
          <p:nvPr/>
        </p:nvSpPr>
        <p:spPr>
          <a:xfrm>
            <a:off x="280981" y="5978549"/>
            <a:ext cx="99418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>
                <a:gradFill>
                  <a:gsLst>
                    <a:gs pos="0">
                      <a:srgbClr val="F7D3B5"/>
                    </a:gs>
                    <a:gs pos="100000">
                      <a:srgbClr val="F0C09A"/>
                    </a:gs>
                    <a:gs pos="75000">
                      <a:srgbClr val="C47B4A"/>
                    </a:gs>
                    <a:gs pos="50000">
                      <a:srgbClr val="8A4B22"/>
                    </a:gs>
                    <a:gs pos="49000">
                      <a:srgbClr val="B87333"/>
                    </a:gs>
                    <a:gs pos="20000">
                      <a:srgbClr val="E0A07A">
                        <a:alpha val="89804"/>
                      </a:srgbClr>
                    </a:gs>
                  </a:gsLst>
                  <a:lin ang="1800000" scaled="0"/>
                </a:gradFill>
                <a:latin typeface="Formula1 Display-Black" panose="02000000000000000000" pitchFamily="2" charset="0"/>
              </a:rPr>
              <a:t>3RD</a:t>
            </a:r>
            <a:endParaRPr kumimoji="1" lang="ja-JP" altLang="en-US" sz="2800" dirty="0">
              <a:gradFill>
                <a:gsLst>
                  <a:gs pos="0">
                    <a:srgbClr val="F7D3B5"/>
                  </a:gs>
                  <a:gs pos="100000">
                    <a:srgbClr val="F0C09A"/>
                  </a:gs>
                  <a:gs pos="75000">
                    <a:srgbClr val="C47B4A"/>
                  </a:gs>
                  <a:gs pos="50000">
                    <a:srgbClr val="8A4B22"/>
                  </a:gs>
                  <a:gs pos="49000">
                    <a:srgbClr val="B87333"/>
                  </a:gs>
                  <a:gs pos="20000">
                    <a:srgbClr val="E0A07A">
                      <a:alpha val="89804"/>
                    </a:srgbClr>
                  </a:gs>
                </a:gsLst>
                <a:lin ang="1800000" scaled="0"/>
              </a:gradFill>
              <a:latin typeface="Formula1 Display-Black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92778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F69007-2190-6B6B-0747-E5497238C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The image shows a modern, multi-story building with large, rectangular windows, a concrete exterior, and a sidewalk beside a barrier.&#10;&#10;AI 生成コンテンツは誤りを含む可能性があります。">
            <a:extLst>
              <a:ext uri="{FF2B5EF4-FFF2-40B4-BE49-F238E27FC236}">
                <a16:creationId xmlns:a16="http://schemas.microsoft.com/office/drawing/2014/main" id="{392B710C-A551-AAE7-42ED-F0EB5EE63E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7FAE597E-2AE0-36CE-3017-9B2C4E91F9E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238965D-9659-C564-6380-323D6E789186}"/>
              </a:ext>
            </a:extLst>
          </p:cNvPr>
          <p:cNvSpPr txBox="1">
            <a:spLocks/>
          </p:cNvSpPr>
          <p:nvPr/>
        </p:nvSpPr>
        <p:spPr>
          <a:xfrm>
            <a:off x="313535" y="602094"/>
            <a:ext cx="4527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GIFT GALLERY</a:t>
            </a:r>
            <a:endParaRPr kumimoji="1" lang="ja-JP" altLang="en-US" sz="40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BBB6551-2588-7DAA-5D4C-C35FBD3C9A14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 dirty="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  <p:pic>
        <p:nvPicPr>
          <p:cNvPr id="5" name="図 4" descr="A Japanese message expressing gratitude, mentioning Mimi has lit up a heart on the gift gallery.&#10;&#10;AI 生成コンテンツは誤りを含む可能性があります。">
            <a:extLst>
              <a:ext uri="{FF2B5EF4-FFF2-40B4-BE49-F238E27FC236}">
                <a16:creationId xmlns:a16="http://schemas.microsoft.com/office/drawing/2014/main" id="{9C828482-5CE1-97B0-8946-A85A9D2D2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750" y="6579360"/>
            <a:ext cx="4320000" cy="938507"/>
          </a:xfrm>
          <a:prstGeom prst="rect">
            <a:avLst/>
          </a:prstGeom>
        </p:spPr>
      </p:pic>
      <p:pic>
        <p:nvPicPr>
          <p:cNvPr id="10" name="図 9" descr="A user is expressing gratitude in Japanese, and their Mimi (a virtual pet) has lit up a chocolate on their gift gallery.&#10;&#10;AI 生成コンテンツは誤りを含む可能性があります。">
            <a:extLst>
              <a:ext uri="{FF2B5EF4-FFF2-40B4-BE49-F238E27FC236}">
                <a16:creationId xmlns:a16="http://schemas.microsoft.com/office/drawing/2014/main" id="{5690E95E-8135-0CA3-E5BC-E5EFA6CD51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750" y="5483923"/>
            <a:ext cx="4320000" cy="952836"/>
          </a:xfrm>
          <a:prstGeom prst="rect">
            <a:avLst/>
          </a:prstGeom>
        </p:spPr>
      </p:pic>
      <p:pic>
        <p:nvPicPr>
          <p:cNvPr id="13" name="図 12" descr="A user expresses gratitude in Japanese, sharing a mushroom-themed song from the A1G gift gallery.&#10;&#10;AI 生成コンテンツは誤りを含む可能性があります。">
            <a:extLst>
              <a:ext uri="{FF2B5EF4-FFF2-40B4-BE49-F238E27FC236}">
                <a16:creationId xmlns:a16="http://schemas.microsoft.com/office/drawing/2014/main" id="{A87B4CBD-53EB-9D1D-BDF8-4769218EB7D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750" y="4399233"/>
            <a:ext cx="4320000" cy="942089"/>
          </a:xfrm>
          <a:prstGeom prst="rect">
            <a:avLst/>
          </a:prstGeom>
        </p:spPr>
      </p:pic>
      <p:pic>
        <p:nvPicPr>
          <p:cNvPr id="15" name="図 14" descr="The image depicts a cute, cartoonish, yellow mushroom with a smiling face and red eyes, adorned with a musical note symbol.&#10;&#10;AI 生成コンテンツは誤りを含む可能性があります。">
            <a:extLst>
              <a:ext uri="{FF2B5EF4-FFF2-40B4-BE49-F238E27FC236}">
                <a16:creationId xmlns:a16="http://schemas.microsoft.com/office/drawing/2014/main" id="{46AE5B11-D25D-0407-8B9B-237F1544519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751" y="1782247"/>
            <a:ext cx="1535022" cy="1277960"/>
          </a:xfrm>
          <a:prstGeom prst="rect">
            <a:avLst/>
          </a:prstGeom>
        </p:spPr>
      </p:pic>
      <p:pic>
        <p:nvPicPr>
          <p:cNvPr id="17" name="図 16" descr="A colorful, sugar-coated donut with a sprinkle of pink, blue, and white, featuring a dotted heart shape and a fun, playful design.&#10;&#10;AI 生成コンテンツは誤りを含む可能性があります。">
            <a:extLst>
              <a:ext uri="{FF2B5EF4-FFF2-40B4-BE49-F238E27FC236}">
                <a16:creationId xmlns:a16="http://schemas.microsoft.com/office/drawing/2014/main" id="{4897ACC2-70B8-99B2-56E0-FA5AEA06CC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9352" y="1551733"/>
            <a:ext cx="1983041" cy="1983041"/>
          </a:xfrm>
          <a:prstGeom prst="rect">
            <a:avLst/>
          </a:prstGeom>
        </p:spPr>
      </p:pic>
      <p:pic>
        <p:nvPicPr>
          <p:cNvPr id="19" name="図 18" descr="The image depicts a translucent, floating heart shape being gently held by two hands, with a rainbow-colored spiral galaxy in th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FBBAAD5B-BC3D-CF41-1471-7DC07817BF2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70784" y="1782247"/>
            <a:ext cx="1684977" cy="1359692"/>
          </a:xfrm>
          <a:prstGeom prst="rect">
            <a:avLst/>
          </a:prstGeom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A9E9243-E899-D8AA-5311-29D66104DD11}"/>
              </a:ext>
            </a:extLst>
          </p:cNvPr>
          <p:cNvSpPr txBox="1"/>
          <p:nvPr/>
        </p:nvSpPr>
        <p:spPr>
          <a:xfrm>
            <a:off x="213572" y="7918241"/>
            <a:ext cx="471635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000" dirty="0">
                <a:solidFill>
                  <a:schemeClr val="bg1"/>
                </a:solidFill>
                <a:latin typeface="SFProJPDisplay-Semibold" panose="020B0603030403020204" pitchFamily="50" charset="-128"/>
                <a:ea typeface="SFProJPDisplay-Semibold" panose="020B0603030403020204" pitchFamily="50" charset="-128"/>
              </a:rPr>
              <a:t>一気に</a:t>
            </a:r>
            <a:r>
              <a:rPr kumimoji="1" lang="en-US" altLang="ja-JP" sz="2000" b="1" dirty="0">
                <a:solidFill>
                  <a:schemeClr val="bg1"/>
                </a:solidFill>
                <a:latin typeface="SF Pro Display" pitchFamily="50" charset="0"/>
                <a:ea typeface="SF Pro Display" pitchFamily="50" charset="0"/>
                <a:cs typeface="SF Pro Display" pitchFamily="50" charset="0"/>
              </a:rPr>
              <a:t>3</a:t>
            </a:r>
            <a:r>
              <a:rPr kumimoji="1" lang="ja-JP" altLang="en-US" sz="2000" dirty="0">
                <a:solidFill>
                  <a:schemeClr val="bg1"/>
                </a:solidFill>
                <a:latin typeface="SFProJPDisplay-Semibold" panose="020B0603030403020204" pitchFamily="50" charset="-128"/>
                <a:ea typeface="SFProJPDisplay-Semibold" panose="020B0603030403020204" pitchFamily="50" charset="-128"/>
              </a:rPr>
              <a:t>つも！これはとんでもないことです🤭</a:t>
            </a:r>
          </a:p>
        </p:txBody>
      </p:sp>
    </p:spTree>
    <p:extLst>
      <p:ext uri="{BB962C8B-B14F-4D97-AF65-F5344CB8AC3E}">
        <p14:creationId xmlns:p14="http://schemas.microsoft.com/office/powerpoint/2010/main" val="32493311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1B38B36-CAB8-F243-98F3-7A046FC2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The image shows a modern, multi-story building with large, rectangular windows, a concrete exterior, and a sidewalk beside a barrier.&#10;&#10;AI 生成コンテンツは誤りを含む可能性があります。">
            <a:extLst>
              <a:ext uri="{FF2B5EF4-FFF2-40B4-BE49-F238E27FC236}">
                <a16:creationId xmlns:a16="http://schemas.microsoft.com/office/drawing/2014/main" id="{C350F650-BE72-F6DF-D43B-4486250436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E88009D-FD3B-B9DB-66CA-063FA7F09C8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68B8923-5857-26B7-A521-1E69558D06D5}"/>
              </a:ext>
            </a:extLst>
          </p:cNvPr>
          <p:cNvSpPr txBox="1">
            <a:spLocks/>
          </p:cNvSpPr>
          <p:nvPr/>
        </p:nvSpPr>
        <p:spPr>
          <a:xfrm>
            <a:off x="313535" y="602094"/>
            <a:ext cx="4527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GIFT GALLERY</a:t>
            </a:r>
            <a:endParaRPr kumimoji="1" lang="ja-JP" altLang="en-US" sz="40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1A2FF8-EBE8-66BE-2159-13A8B9365CF5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 dirty="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  <p:pic>
        <p:nvPicPr>
          <p:cNvPr id="4" name="図 3" descr="The image shows a pink, cash-shaped robot holding a TikTok logo, with Japanese text above and a dog peeking through the glass.&#10;&#10;AI 生成コンテンツは誤りを含む可能性があります。">
            <a:extLst>
              <a:ext uri="{FF2B5EF4-FFF2-40B4-BE49-F238E27FC236}">
                <a16:creationId xmlns:a16="http://schemas.microsoft.com/office/drawing/2014/main" id="{F8B99C1A-5CD1-6874-D8D7-D497370A4D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648909" y="7620212"/>
            <a:ext cx="2260816" cy="2783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91009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E85838D-7C24-BE41-F0F2-081C4931F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The image shows a modern, multi-story building with large, rectangular windows, a concrete exterior, and a sidewalk beside a barrier.&#10;&#10;AI 生成コンテンツは誤りを含む可能性があります。">
            <a:extLst>
              <a:ext uri="{FF2B5EF4-FFF2-40B4-BE49-F238E27FC236}">
                <a16:creationId xmlns:a16="http://schemas.microsoft.com/office/drawing/2014/main" id="{D1FCB3FB-BF10-3A2E-132E-05C16E776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1F6E5CB-DC70-81AB-4A65-667B87EB5FB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67D9A06-8146-4B6B-29F5-7DE177CFF710}"/>
              </a:ext>
            </a:extLst>
          </p:cNvPr>
          <p:cNvSpPr txBox="1">
            <a:spLocks/>
          </p:cNvSpPr>
          <p:nvPr/>
        </p:nvSpPr>
        <p:spPr>
          <a:xfrm>
            <a:off x="313535" y="602094"/>
            <a:ext cx="452720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GIFT GALLERY</a:t>
            </a:r>
            <a:endParaRPr kumimoji="1" lang="ja-JP" altLang="en-US" sz="40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78A9140-A6C8-E17F-03A1-1B7E56213273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 dirty="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  <p:pic>
        <p:nvPicPr>
          <p:cNvPr id="4" name="図 3" descr="maya&#10;&#10;AI 生成コンテンツは誤りを含む可能性があります。">
            <a:extLst>
              <a:ext uri="{FF2B5EF4-FFF2-40B4-BE49-F238E27FC236}">
                <a16:creationId xmlns:a16="http://schemas.microsoft.com/office/drawing/2014/main" id="{70CFAE8C-F68B-888D-95D7-7E1CF6FC4C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763936" y="5130265"/>
            <a:ext cx="1808364" cy="224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51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FD977C-9C0F-6EF5-D7C5-CF1D84AE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図 10" descr="The image shows a modern, multi-story building with large, rectangular windows, a concrete exterior, and a sidewalk beside a barrier.&#10;&#10;AI 生成コンテンツは誤りを含む可能性があります。">
            <a:extLst>
              <a:ext uri="{FF2B5EF4-FFF2-40B4-BE49-F238E27FC236}">
                <a16:creationId xmlns:a16="http://schemas.microsoft.com/office/drawing/2014/main" id="{0E911D5B-43C7-192A-8418-0E52F0752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9B7BC0E3-6B32-AB9C-3852-6C11E2942C8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EE96CEF-9F14-D221-C21F-DCAE5592A0C2}"/>
              </a:ext>
            </a:extLst>
          </p:cNvPr>
          <p:cNvSpPr txBox="1">
            <a:spLocks/>
          </p:cNvSpPr>
          <p:nvPr/>
        </p:nvSpPr>
        <p:spPr>
          <a:xfrm>
            <a:off x="288691" y="602094"/>
            <a:ext cx="457689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sz="40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TITLE GIFTERS</a:t>
            </a:r>
            <a:endParaRPr kumimoji="1" lang="ja-JP" altLang="en-US" sz="40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BB6F2A6-FBFF-57BC-28A4-4C7DCCB3DF07}"/>
              </a:ext>
            </a:extLst>
          </p:cNvPr>
          <p:cNvSpPr txBox="1"/>
          <p:nvPr/>
        </p:nvSpPr>
        <p:spPr>
          <a:xfrm>
            <a:off x="1007059" y="8518407"/>
            <a:ext cx="31293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2400" dirty="0">
                <a:solidFill>
                  <a:schemeClr val="bg1"/>
                </a:solidFill>
                <a:latin typeface="SFProJPDisplay-Black" panose="00000A00000000000000" pitchFamily="2" charset="-128"/>
                <a:ea typeface="SFProJPDisplay-Black" panose="00000A00000000000000" pitchFamily="2" charset="-128"/>
              </a:rPr>
              <a:t>ありがとうございます😊</a:t>
            </a:r>
            <a:endParaRPr kumimoji="1" lang="en-US" altLang="ja-JP" sz="2400" dirty="0">
              <a:solidFill>
                <a:schemeClr val="bg1"/>
              </a:solidFill>
              <a:latin typeface="SFProJPDisplay-Black" panose="00000A00000000000000" pitchFamily="2" charset="-128"/>
              <a:ea typeface="SFProJPDisplay-Black" panose="00000A00000000000000" pitchFamily="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178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4EC474-3FAB-16BF-B99B-CF8FBF4F7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ABD193F8-7439-CB23-488E-6FD24A6EAA7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5F38C4CA-5AD0-9729-978C-8542B09DE4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0D49784-25E1-7A38-2284-30702692B0E5}"/>
              </a:ext>
            </a:extLst>
          </p:cNvPr>
          <p:cNvSpPr txBox="1">
            <a:spLocks/>
          </p:cNvSpPr>
          <p:nvPr/>
        </p:nvSpPr>
        <p:spPr>
          <a:xfrm>
            <a:off x="193470" y="1058490"/>
            <a:ext cx="475655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52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OPEN CHAT </a:t>
            </a:r>
          </a:p>
          <a:p>
            <a:pPr algn="ctr"/>
            <a:r>
              <a:rPr kumimoji="1" lang="en-US" altLang="ja-JP" sz="2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IS NOW </a:t>
            </a:r>
            <a:r>
              <a:rPr kumimoji="1" lang="en-US" altLang="ja-JP" sz="2800" spc="-3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AV</a:t>
            </a:r>
            <a:r>
              <a:rPr kumimoji="1" lang="en-US" altLang="ja-JP" sz="2800" dirty="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AILABLE !</a:t>
            </a:r>
            <a:endParaRPr kumimoji="1" lang="ja-JP" altLang="en-US" sz="4800" dirty="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  <p:pic>
        <p:nvPicPr>
          <p:cNvPr id="3" name="図 2" descr="The image depicts a black QR code with a black bird silhouette in the center.&#10;&#10;AI 生成コンテンツは誤りを含む可能性があります。">
            <a:extLst>
              <a:ext uri="{FF2B5EF4-FFF2-40B4-BE49-F238E27FC236}">
                <a16:creationId xmlns:a16="http://schemas.microsoft.com/office/drawing/2014/main" id="{F01BFA0D-70BC-1FDF-1AB9-1AC7D9B9D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911" y="3251161"/>
            <a:ext cx="2641677" cy="2641677"/>
          </a:xfrm>
          <a:prstGeom prst="rect">
            <a:avLst/>
          </a:prstGeom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4F81358-F769-B969-6A38-647960CA4834}"/>
              </a:ext>
            </a:extLst>
          </p:cNvPr>
          <p:cNvSpPr txBox="1"/>
          <p:nvPr/>
        </p:nvSpPr>
        <p:spPr>
          <a:xfrm>
            <a:off x="251647" y="7163419"/>
            <a:ext cx="46983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b="1" dirty="0">
                <a:solidFill>
                  <a:schemeClr val="bg1"/>
                </a:solidFill>
                <a:latin typeface="SF Pro Display" pitchFamily="50" charset="0"/>
                <a:ea typeface="SF Pro Display" pitchFamily="50" charset="0"/>
                <a:cs typeface="SF Pro Display" pitchFamily="50" charset="0"/>
              </a:rPr>
              <a:t>LINE</a:t>
            </a:r>
            <a:r>
              <a:rPr kumimoji="1" lang="ja-JP" altLang="en-US" sz="2400" dirty="0">
                <a:solidFill>
                  <a:schemeClr val="bg1"/>
                </a:solidFill>
                <a:latin typeface="SFProJPDisplay-Semibold" panose="020B0603030403020204" pitchFamily="50" charset="-128"/>
                <a:ea typeface="SFProJPDisplay-Semibold" panose="020B0603030403020204" pitchFamily="50" charset="-128"/>
              </a:rPr>
              <a:t>オープンチャットを作成しました！ぜひ</a:t>
            </a:r>
            <a:r>
              <a:rPr kumimoji="1" lang="en-US" altLang="ja-JP" sz="2400" b="1" dirty="0">
                <a:solidFill>
                  <a:schemeClr val="bg1"/>
                </a:solidFill>
                <a:latin typeface="SF Pro Display" pitchFamily="50" charset="0"/>
                <a:ea typeface="SF Pro Display" pitchFamily="50" charset="0"/>
                <a:cs typeface="SF Pro Display" pitchFamily="50" charset="0"/>
              </a:rPr>
              <a:t>TikTok</a:t>
            </a:r>
            <a:r>
              <a:rPr kumimoji="1" lang="ja-JP" altLang="en-US" sz="2400" dirty="0">
                <a:solidFill>
                  <a:schemeClr val="bg1"/>
                </a:solidFill>
                <a:latin typeface="SFProJPDisplay-Semibold" panose="020B0603030403020204" pitchFamily="50" charset="-128"/>
                <a:ea typeface="SFProJPDisplay-Semibold" panose="020B0603030403020204" pitchFamily="50" charset="-128"/>
              </a:rPr>
              <a:t>アカウント名で入ってください！お待ちしております😊</a:t>
            </a:r>
          </a:p>
        </p:txBody>
      </p:sp>
    </p:spTree>
    <p:extLst>
      <p:ext uri="{BB962C8B-B14F-4D97-AF65-F5344CB8AC3E}">
        <p14:creationId xmlns:p14="http://schemas.microsoft.com/office/powerpoint/2010/main" val="2899433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6188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0AA72-7DD6-8462-8E0C-04F0DB99C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The image depicts a smiling character with black hair and glasses, dressed in a blue shirt, holding hands with large, colorful confetti.&#10;&#10;AI 生成コンテンツは誤りを含む可能性があります。">
            <a:extLst>
              <a:ext uri="{FF2B5EF4-FFF2-40B4-BE49-F238E27FC236}">
                <a16:creationId xmlns:a16="http://schemas.microsoft.com/office/drawing/2014/main" id="{A50DCA62-D2BA-BD96-1D88-CB21DDD357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00250"/>
            <a:ext cx="5143500" cy="5143500"/>
          </a:xfrm>
          <a:prstGeom prst="rect">
            <a:avLst/>
          </a:prstGeom>
        </p:spPr>
      </p:pic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E4B5B4EA-F697-0869-0D94-DAB1A2EAAAE2}"/>
              </a:ext>
            </a:extLst>
          </p:cNvPr>
          <p:cNvGrpSpPr/>
          <p:nvPr/>
        </p:nvGrpSpPr>
        <p:grpSpPr>
          <a:xfrm>
            <a:off x="97353" y="5977968"/>
            <a:ext cx="4948791" cy="1016602"/>
            <a:chOff x="8135365" y="8543670"/>
            <a:chExt cx="4948791" cy="1016602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6603DCA-31D8-BA5A-A23B-9E12C12173B9}"/>
                </a:ext>
              </a:extLst>
            </p:cNvPr>
            <p:cNvSpPr txBox="1"/>
            <p:nvPr/>
          </p:nvSpPr>
          <p:spPr>
            <a:xfrm>
              <a:off x="8135365" y="8544609"/>
              <a:ext cx="49487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ja-JP" sz="6000">
                  <a:ln w="254000">
                    <a:solidFill>
                      <a:schemeClr val="tx1"/>
                    </a:solidFill>
                  </a:ln>
                  <a:latin typeface="Formula1 Display-Black" panose="02000000000000000000" pitchFamily="2" charset="0"/>
                </a:rPr>
                <a:t>LEVEL UP!!</a:t>
              </a:r>
              <a:endParaRPr kumimoji="1" lang="ja-JP" altLang="en-US" sz="6000">
                <a:ln w="254000">
                  <a:solidFill>
                    <a:schemeClr val="tx1"/>
                  </a:solidFill>
                </a:ln>
                <a:latin typeface="Formula1 Display-Black" panose="02000000000000000000" pitchFamily="2" charset="0"/>
              </a:endParaRPr>
            </a:p>
          </p:txBody>
        </p:sp>
        <p:sp>
          <p:nvSpPr>
            <p:cNvPr id="14" name="テキスト ボックス 13">
              <a:extLst>
                <a:ext uri="{FF2B5EF4-FFF2-40B4-BE49-F238E27FC236}">
                  <a16:creationId xmlns:a16="http://schemas.microsoft.com/office/drawing/2014/main" id="{80CFDAB9-ABE1-96E0-3022-A2E7DED6C4DE}"/>
                </a:ext>
              </a:extLst>
            </p:cNvPr>
            <p:cNvSpPr txBox="1"/>
            <p:nvPr/>
          </p:nvSpPr>
          <p:spPr>
            <a:xfrm>
              <a:off x="8135365" y="8543670"/>
              <a:ext cx="49487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ja-JP" sz="6000">
                  <a:ln w="127000">
                    <a:solidFill>
                      <a:schemeClr val="bg1"/>
                    </a:solidFill>
                  </a:ln>
                  <a:solidFill>
                    <a:schemeClr val="bg1"/>
                  </a:solidFill>
                  <a:latin typeface="Formula1 Display-Black" panose="02000000000000000000" pitchFamily="2" charset="0"/>
                </a:rPr>
                <a:t>LEVEL UP!!</a:t>
              </a:r>
              <a:endParaRPr kumimoji="1" lang="ja-JP" altLang="en-US" sz="6000">
                <a:ln w="127000">
                  <a:solidFill>
                    <a:schemeClr val="bg1"/>
                  </a:solidFill>
                </a:ln>
                <a:solidFill>
                  <a:schemeClr val="bg1"/>
                </a:solidFill>
                <a:latin typeface="Formula1 Display-Black" panose="02000000000000000000" pitchFamily="2" charset="0"/>
              </a:endParaRPr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52874BCD-D1FF-9A60-AD8F-644F7064C2E7}"/>
                </a:ext>
              </a:extLst>
            </p:cNvPr>
            <p:cNvSpPr txBox="1"/>
            <p:nvPr/>
          </p:nvSpPr>
          <p:spPr>
            <a:xfrm>
              <a:off x="8135365" y="8543670"/>
              <a:ext cx="4948791" cy="10156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kumimoji="1" lang="en-US" altLang="ja-JP" sz="6000">
                  <a:ln w="38100">
                    <a:noFill/>
                  </a:ln>
                  <a:solidFill>
                    <a:srgbClr val="FF0000"/>
                  </a:solidFill>
                  <a:latin typeface="Formula1 Display-Black" panose="02000000000000000000" pitchFamily="2" charset="0"/>
                </a:rPr>
                <a:t>LEVEL UP!!</a:t>
              </a:r>
              <a:endParaRPr kumimoji="1" lang="ja-JP" altLang="en-US" sz="6000">
                <a:ln w="38100">
                  <a:noFill/>
                </a:ln>
                <a:solidFill>
                  <a:srgbClr val="FF0000"/>
                </a:solidFill>
                <a:latin typeface="Formula1 Display-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764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1D861F-97ED-F843-0DC7-44A658305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890B5CF6-F9BB-B6FC-4525-8B9421C4EA9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C9534C75-B650-F9D4-6011-8013804FC89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BACA982B-2418-9411-7487-619FFD091640}"/>
              </a:ext>
            </a:extLst>
          </p:cNvPr>
          <p:cNvSpPr txBox="1">
            <a:spLocks/>
          </p:cNvSpPr>
          <p:nvPr/>
        </p:nvSpPr>
        <p:spPr>
          <a:xfrm>
            <a:off x="193471" y="1110657"/>
            <a:ext cx="475655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80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NEXT UP</a:t>
            </a:r>
            <a:endParaRPr kumimoji="1" lang="ja-JP" altLang="en-US" sz="680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89106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25000">
              <a:schemeClr val="tx1"/>
            </a:gs>
            <a:gs pos="52000">
              <a:schemeClr val="tx1">
                <a:alpha val="9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11E2E-76DA-7E5B-888F-776DFAAA9B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図 5">
            <a:extLst>
              <a:ext uri="{FF2B5EF4-FFF2-40B4-BE49-F238E27FC236}">
                <a16:creationId xmlns:a16="http://schemas.microsoft.com/office/drawing/2014/main" id="{19AC6F99-D6A9-2A5E-48BE-B72D2421E7E9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43500" cy="9144000"/>
          </a:xfrm>
          <a:prstGeom prst="rect">
            <a:avLst/>
          </a:prstGeom>
        </p:spPr>
      </p:pic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A866ADA0-A2CB-DC1A-8B27-B1A12158F47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-3"/>
            <a:ext cx="5143500" cy="9144000"/>
          </a:xfrm>
          <a:prstGeom prst="rect">
            <a:avLst/>
          </a:prstGeom>
          <a:gradFill>
            <a:gsLst>
              <a:gs pos="25000">
                <a:schemeClr val="tx1">
                  <a:alpha val="95000"/>
                </a:schemeClr>
              </a:gs>
              <a:gs pos="52000">
                <a:schemeClr val="tx1">
                  <a:alpha val="65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kumimoji="1" lang="ja-JP" altLang="en-US">
              <a:latin typeface="FORMULA ONE TORQUE" pitchFamily="2"/>
              <a:cs typeface="FORMULA ONE TORQUE" pitchFamily="2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27C484EF-423D-B122-7158-0F322EB8D423}"/>
              </a:ext>
            </a:extLst>
          </p:cNvPr>
          <p:cNvSpPr txBox="1">
            <a:spLocks/>
          </p:cNvSpPr>
          <p:nvPr/>
        </p:nvSpPr>
        <p:spPr>
          <a:xfrm>
            <a:off x="193471" y="880070"/>
            <a:ext cx="475655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3600">
                <a:solidFill>
                  <a:schemeClr val="bg1"/>
                </a:solidFill>
                <a:latin typeface="Formula1 Display-Wide" panose="02000000000000000000" pitchFamily="2" charset="0"/>
                <a:cs typeface="FORMULA ONE TORQUE" pitchFamily="2" charset="0"/>
              </a:rPr>
              <a:t>TOP</a:t>
            </a:r>
          </a:p>
          <a:p>
            <a:r>
              <a:rPr kumimoji="1" lang="en-US" altLang="ja-JP" sz="3600">
                <a:solidFill>
                  <a:schemeClr val="bg1"/>
                </a:solidFill>
                <a:latin typeface="Formula1 Display-Black" panose="02000000000000000000" pitchFamily="2" charset="0"/>
                <a:cs typeface="FORMULA ONE TORQUE" pitchFamily="2" charset="0"/>
              </a:rPr>
              <a:t>CONTRIBUTERS</a:t>
            </a:r>
            <a:endParaRPr kumimoji="1" lang="ja-JP" altLang="en-US" sz="3200">
              <a:solidFill>
                <a:schemeClr val="bg1"/>
              </a:solidFill>
              <a:latin typeface="Formula1 Display-Black" panose="02000000000000000000" pitchFamily="2" charset="0"/>
              <a:cs typeface="FORMULA ONE TORQUE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3340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正方形/長方形 35">
            <a:extLst>
              <a:ext uri="{FF2B5EF4-FFF2-40B4-BE49-F238E27FC236}">
                <a16:creationId xmlns:a16="http://schemas.microsoft.com/office/drawing/2014/main" id="{FBAEB2A0-AC77-C34D-C769-20B8875D59C2}"/>
              </a:ext>
            </a:extLst>
          </p:cNvPr>
          <p:cNvSpPr/>
          <p:nvPr/>
        </p:nvSpPr>
        <p:spPr>
          <a:xfrm>
            <a:off x="3898835" y="3298786"/>
            <a:ext cx="1236085" cy="245577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5" name="正方形/長方形 34">
            <a:extLst>
              <a:ext uri="{FF2B5EF4-FFF2-40B4-BE49-F238E27FC236}">
                <a16:creationId xmlns:a16="http://schemas.microsoft.com/office/drawing/2014/main" id="{99706194-07A0-BE01-2CDF-05D000469E51}"/>
              </a:ext>
            </a:extLst>
          </p:cNvPr>
          <p:cNvSpPr/>
          <p:nvPr/>
        </p:nvSpPr>
        <p:spPr>
          <a:xfrm>
            <a:off x="0" y="2994046"/>
            <a:ext cx="1236085" cy="4237392"/>
          </a:xfrm>
          <a:prstGeom prst="rect">
            <a:avLst/>
          </a:prstGeom>
          <a:solidFill>
            <a:schemeClr val="bg1">
              <a:alpha val="81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41CAFE-644F-F1D1-4FE5-A9FDA65B285F}"/>
              </a:ext>
            </a:extLst>
          </p:cNvPr>
          <p:cNvSpPr txBox="1"/>
          <p:nvPr/>
        </p:nvSpPr>
        <p:spPr>
          <a:xfrm>
            <a:off x="-45035" y="2994046"/>
            <a:ext cx="12811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100</a:t>
            </a:r>
            <a:r>
              <a:rPr kumimoji="1" lang="ja-JP" altLang="en-US" b="1">
                <a:solidFill>
                  <a:srgbClr val="FF0000"/>
                </a:solidFill>
                <a:latin typeface="SFProJPDisplay-Regular" panose="020B0503030403020204" pitchFamily="50" charset="-128"/>
                <a:ea typeface="SFProJPDisplay-Regular" panose="020B0503030403020204" pitchFamily="50" charset="-128"/>
                <a:cs typeface="SF Pro" pitchFamily="2" charset="0"/>
              </a:rPr>
              <a:t>♡で</a:t>
            </a:r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1</a:t>
            </a:r>
            <a:r>
              <a:rPr kumimoji="1" lang="ja-JP" altLang="en-US" b="1">
                <a:solidFill>
                  <a:srgbClr val="FF0000"/>
                </a:solidFill>
                <a:latin typeface="SFProJPDisplay-Regular" panose="020B0503030403020204" pitchFamily="50" charset="-128"/>
                <a:ea typeface="SFProJPDisplay-Regular" panose="020B0503030403020204" pitchFamily="50" charset="-128"/>
                <a:cs typeface="SF Pro" pitchFamily="2" charset="0"/>
              </a:rPr>
              <a:t>点</a:t>
            </a:r>
          </a:p>
        </p:txBody>
      </p:sp>
      <p:pic>
        <p:nvPicPr>
          <p:cNvPr id="6" name="図 5" descr="The image depicts a cute, red heart with a smiling face and a small, white, feather-like figure above it.&#10;&#10;AI 生成コンテンツは誤りを含む可能性があります。">
            <a:extLst>
              <a:ext uri="{FF2B5EF4-FFF2-40B4-BE49-F238E27FC236}">
                <a16:creationId xmlns:a16="http://schemas.microsoft.com/office/drawing/2014/main" id="{677D2E22-F139-8053-6984-E455D61E43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347" y="3298787"/>
            <a:ext cx="647567" cy="891206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A29B9CF-334F-B7C9-5B46-C59F3AF37CEF}"/>
              </a:ext>
            </a:extLst>
          </p:cNvPr>
          <p:cNvSpPr txBox="1"/>
          <p:nvPr/>
        </p:nvSpPr>
        <p:spPr>
          <a:xfrm>
            <a:off x="726009" y="3641072"/>
            <a:ext cx="3193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5</a:t>
            </a:r>
            <a:endParaRPr kumimoji="1" lang="ja-JP" altLang="en-US" b="1">
              <a:solidFill>
                <a:srgbClr val="FF0000"/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E68F537-3878-1189-0FF2-8DBE1A9E18CD}"/>
              </a:ext>
            </a:extLst>
          </p:cNvPr>
          <p:cNvSpPr txBox="1"/>
          <p:nvPr/>
        </p:nvSpPr>
        <p:spPr>
          <a:xfrm>
            <a:off x="742268" y="4430143"/>
            <a:ext cx="3161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2</a:t>
            </a:r>
            <a:endParaRPr kumimoji="1" lang="ja-JP" altLang="en-US" b="1">
              <a:solidFill>
                <a:srgbClr val="FF0000"/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13" name="図 12" descr="A vibrant red rose with a green stem, displayed in a simple, clean design.&#10;&#10;AI 生成コンテンツは誤りを含む可能性があります。">
            <a:extLst>
              <a:ext uri="{FF2B5EF4-FFF2-40B4-BE49-F238E27FC236}">
                <a16:creationId xmlns:a16="http://schemas.microsoft.com/office/drawing/2014/main" id="{07BD875A-7928-0631-B645-B39B5289C4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31" y="4248351"/>
            <a:ext cx="650567" cy="732917"/>
          </a:xfrm>
          <a:prstGeom prst="rect">
            <a:avLst/>
          </a:prstGeom>
        </p:spPr>
      </p:pic>
      <p:pic>
        <p:nvPicPr>
          <p:cNvPr id="15" name="図 14" descr="The image depicts a heart shape formed by a pair of intertwined, curved fingers.&#10;&#10;AI 生成コンテンツは誤りを含む可能性があります。">
            <a:extLst>
              <a:ext uri="{FF2B5EF4-FFF2-40B4-BE49-F238E27FC236}">
                <a16:creationId xmlns:a16="http://schemas.microsoft.com/office/drawing/2014/main" id="{CA7B05E2-F226-3EA9-749F-D8CA50C559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81" y="5004231"/>
            <a:ext cx="647567" cy="647567"/>
          </a:xfrm>
          <a:prstGeom prst="rect">
            <a:avLst/>
          </a:prstGeom>
        </p:spPr>
      </p:pic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D5994B02-63B4-005C-8315-44292BE7A458}"/>
              </a:ext>
            </a:extLst>
          </p:cNvPr>
          <p:cNvSpPr txBox="1"/>
          <p:nvPr/>
        </p:nvSpPr>
        <p:spPr>
          <a:xfrm>
            <a:off x="610842" y="5143348"/>
            <a:ext cx="3898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11</a:t>
            </a:r>
            <a:endParaRPr kumimoji="1" lang="ja-JP" altLang="en-US" b="1">
              <a:solidFill>
                <a:srgbClr val="FF0000"/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18" name="図 17" descr="The image depicts a vibrant, lifelike red rose with a single green leaf, positioned in a way that suggests it could be a decorative element.&#10;&#10;AI 生成コンテンツは誤りを含む可能性があります。">
            <a:extLst>
              <a:ext uri="{FF2B5EF4-FFF2-40B4-BE49-F238E27FC236}">
                <a16:creationId xmlns:a16="http://schemas.microsoft.com/office/drawing/2014/main" id="{3DC068F7-0191-2443-75F2-126F99CFAC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61" y="5805898"/>
            <a:ext cx="643442" cy="647567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C3D6385A-F43C-A3A3-5EAD-C308E95A9AE8}"/>
              </a:ext>
            </a:extLst>
          </p:cNvPr>
          <p:cNvSpPr txBox="1"/>
          <p:nvPr/>
        </p:nvSpPr>
        <p:spPr>
          <a:xfrm>
            <a:off x="643036" y="5909831"/>
            <a:ext cx="4507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25</a:t>
            </a:r>
            <a:endParaRPr kumimoji="1" lang="ja-JP" altLang="en-US" b="1">
              <a:solidFill>
                <a:srgbClr val="FF0000"/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21" name="図 20" descr="The image depicts a translucent, floating heart shape being gently held by two hands, with a rainbow-colored spiral galaxy in th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961D5F50-299B-0F79-DB00-15F4D6430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06" y="6608293"/>
            <a:ext cx="576736" cy="465397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CD0746DE-F3D8-FD61-BDF3-B33DF8C471DB}"/>
              </a:ext>
            </a:extLst>
          </p:cNvPr>
          <p:cNvSpPr txBox="1"/>
          <p:nvPr/>
        </p:nvSpPr>
        <p:spPr>
          <a:xfrm>
            <a:off x="514538" y="6595267"/>
            <a:ext cx="5998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rgbClr val="FF0000"/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300</a:t>
            </a:r>
            <a:endParaRPr kumimoji="1" lang="ja-JP" altLang="en-US" b="1">
              <a:solidFill>
                <a:srgbClr val="FF0000"/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25" name="図 24" descr="The image depicts a cartoon-style fish with a surprised, open mouth expression, possibly in the midst of a comical situation.&#10;&#10;AI 生成コンテンツは誤りを含む可能性があります。">
            <a:extLst>
              <a:ext uri="{FF2B5EF4-FFF2-40B4-BE49-F238E27FC236}">
                <a16:creationId xmlns:a16="http://schemas.microsoft.com/office/drawing/2014/main" id="{26E12CCC-5BAA-52FF-D25E-90D485B10CD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33393" y="3377931"/>
            <a:ext cx="691772" cy="732918"/>
          </a:xfrm>
          <a:prstGeom prst="rect">
            <a:avLst/>
          </a:prstGeom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AAEBCD9A-052F-8B63-1093-F8AB509DFD39}"/>
              </a:ext>
            </a:extLst>
          </p:cNvPr>
          <p:cNvSpPr txBox="1"/>
          <p:nvPr/>
        </p:nvSpPr>
        <p:spPr>
          <a:xfrm>
            <a:off x="4139523" y="3635981"/>
            <a:ext cx="3866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-1</a:t>
            </a:r>
            <a:endParaRPr kumimoji="1" lang="ja-JP" altLang="en-US" b="1">
              <a:solidFill>
                <a:schemeClr val="accent1">
                  <a:lumMod val="75000"/>
                </a:schemeClr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28" name="図 27" descr="A colorful, sugar-coated donut with a sprinkle of pink, blue, and white, featuring a dotted heart shape and a fun, playful design.&#10;&#10;AI 生成コンテンツは誤りを含む可能性があります。">
            <a:extLst>
              <a:ext uri="{FF2B5EF4-FFF2-40B4-BE49-F238E27FC236}">
                <a16:creationId xmlns:a16="http://schemas.microsoft.com/office/drawing/2014/main" id="{13C84377-42C3-7161-1C3C-7D2BD927520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22323" y="4057436"/>
            <a:ext cx="841130" cy="841130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F5ED7045-1B62-E2B7-3E4F-C5743084863E}"/>
              </a:ext>
            </a:extLst>
          </p:cNvPr>
          <p:cNvSpPr txBox="1"/>
          <p:nvPr/>
        </p:nvSpPr>
        <p:spPr>
          <a:xfrm>
            <a:off x="4069991" y="4281091"/>
            <a:ext cx="5629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-40</a:t>
            </a:r>
            <a:endParaRPr kumimoji="1" lang="ja-JP" altLang="en-US" b="1">
              <a:solidFill>
                <a:schemeClr val="accent1">
                  <a:lumMod val="75000"/>
                </a:schemeClr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31" name="図 30" descr="The image depicts a cute, white, fluffy chicken character with yellow spots, standing on a white background.&#10;&#10;AI 生成コンテンツは誤りを含む可能性があります。">
            <a:extLst>
              <a:ext uri="{FF2B5EF4-FFF2-40B4-BE49-F238E27FC236}">
                <a16:creationId xmlns:a16="http://schemas.microsoft.com/office/drawing/2014/main" id="{788AC703-B13A-16EF-7D14-291F7504099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41346" y="4874713"/>
            <a:ext cx="800100" cy="800100"/>
          </a:xfrm>
          <a:prstGeom prst="rect">
            <a:avLst/>
          </a:prstGeom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1E2E9BA0-1A8D-F8EF-4C76-E1FB1E57E9CD}"/>
              </a:ext>
            </a:extLst>
          </p:cNvPr>
          <p:cNvSpPr txBox="1"/>
          <p:nvPr/>
        </p:nvSpPr>
        <p:spPr>
          <a:xfrm>
            <a:off x="3911514" y="5057745"/>
            <a:ext cx="6976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>
                <a:solidFill>
                  <a:schemeClr val="accent1">
                    <a:lumMod val="75000"/>
                  </a:schemeClr>
                </a:solidFill>
                <a:latin typeface="SF Pro" pitchFamily="2" charset="0"/>
                <a:ea typeface="SF Pro" pitchFamily="2" charset="0"/>
                <a:cs typeface="SF Pro" pitchFamily="2" charset="0"/>
              </a:rPr>
              <a:t>-500</a:t>
            </a:r>
            <a:endParaRPr kumimoji="1" lang="ja-JP" altLang="en-US" b="1">
              <a:solidFill>
                <a:schemeClr val="accent1">
                  <a:lumMod val="75000"/>
                </a:schemeClr>
              </a:solidFill>
              <a:latin typeface="SFProJPDisplay-Regular" panose="020B0503030403020204" pitchFamily="50" charset="-128"/>
              <a:ea typeface="SFProJPDisplay-Regular" panose="020B0503030403020204" pitchFamily="50" charset="-128"/>
            </a:endParaRPr>
          </a:p>
        </p:txBody>
      </p:sp>
      <p:pic>
        <p:nvPicPr>
          <p:cNvPr id="34" name="図 33" descr="The image depicts a large, colorful chicken character with a message in Japanese, offering a score of 3000 points.&#10;&#10;AI 生成コンテンツは誤りを含む可能性があります。">
            <a:extLst>
              <a:ext uri="{FF2B5EF4-FFF2-40B4-BE49-F238E27FC236}">
                <a16:creationId xmlns:a16="http://schemas.microsoft.com/office/drawing/2014/main" id="{B879DFBA-E9CD-A3A4-B8D0-CE32D5E248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67140" y="1185208"/>
            <a:ext cx="3949738" cy="220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8305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テーマ">
  <a:themeElements>
    <a:clrScheme name="Office 2013 - 2022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14557</TotalTime>
  <Words>108</Words>
  <Application>Microsoft Office PowerPoint</Application>
  <PresentationFormat>画面に合わせる (16:9)</PresentationFormat>
  <Paragraphs>37</Paragraphs>
  <Slides>12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25" baseType="lpstr">
      <vt:lpstr>SFProJPDisplay-Black</vt:lpstr>
      <vt:lpstr>SFProJPDisplay-Regular</vt:lpstr>
      <vt:lpstr>SFProJPDisplay-Semibold</vt:lpstr>
      <vt:lpstr>游ゴシック</vt:lpstr>
      <vt:lpstr>Arial</vt:lpstr>
      <vt:lpstr>Calibri</vt:lpstr>
      <vt:lpstr>Calibri Light</vt:lpstr>
      <vt:lpstr>FORMULA ONE TORQUE</vt:lpstr>
      <vt:lpstr>Formula1 Display-Black</vt:lpstr>
      <vt:lpstr>Formula1 Display-Wide</vt:lpstr>
      <vt:lpstr>SF Pro</vt:lpstr>
      <vt:lpstr>SF Pro Display</vt:lpstr>
      <vt:lpstr>Office 2013 - 2022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壮一郎 上田</dc:creator>
  <cp:lastModifiedBy>壮一郎 上田</cp:lastModifiedBy>
  <cp:revision>1</cp:revision>
  <dcterms:created xsi:type="dcterms:W3CDTF">2026-10-01T03:50:19Z</dcterms:created>
  <dcterms:modified xsi:type="dcterms:W3CDTF">2026-10-16T01:25:15Z</dcterms:modified>
</cp:coreProperties>
</file>